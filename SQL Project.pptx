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9" r:id="rId5"/>
    <p:sldId id="270" r:id="rId6"/>
    <p:sldId id="268" r:id="rId7"/>
    <p:sldId id="266" r:id="rId8"/>
    <p:sldId id="267" r:id="rId9"/>
    <p:sldId id="263" r:id="rId10"/>
    <p:sldId id="258" r:id="rId11"/>
    <p:sldId id="264" r:id="rId12"/>
    <p:sldId id="262" r:id="rId13"/>
    <p:sldId id="261" r:id="rId14"/>
    <p:sldId id="273" r:id="rId15"/>
    <p:sldId id="272" r:id="rId16"/>
    <p:sldId id="260" r:id="rId17"/>
    <p:sldId id="271" r:id="rId18"/>
    <p:sldId id="259" r:id="rId19"/>
    <p:sldId id="275" r:id="rId20"/>
    <p:sldId id="274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8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shiva sai prasad" userId="18c46517b58790f9" providerId="LiveId" clId="{7FE6E875-342A-40AF-8E85-0434ECE2BCD9}"/>
    <pc:docChg chg="undo custSel addSld delSld modSld sldOrd">
      <pc:chgData name="B shiva sai prasad" userId="18c46517b58790f9" providerId="LiveId" clId="{7FE6E875-342A-40AF-8E85-0434ECE2BCD9}" dt="2026-02-12T20:48:14.687" v="539" actId="2696"/>
      <pc:docMkLst>
        <pc:docMk/>
      </pc:docMkLst>
      <pc:sldChg chg="addSp delSp modSp mod ord">
        <pc:chgData name="B shiva sai prasad" userId="18c46517b58790f9" providerId="LiveId" clId="{7FE6E875-342A-40AF-8E85-0434ECE2BCD9}" dt="2026-02-12T19:54:14.991" v="194" actId="1076"/>
        <pc:sldMkLst>
          <pc:docMk/>
          <pc:sldMk cId="905026790" sldId="258"/>
        </pc:sldMkLst>
        <pc:spChg chg="add mod">
          <ac:chgData name="B shiva sai prasad" userId="18c46517b58790f9" providerId="LiveId" clId="{7FE6E875-342A-40AF-8E85-0434ECE2BCD9}" dt="2026-02-12T19:36:57.713" v="104" actId="20577"/>
          <ac:spMkLst>
            <pc:docMk/>
            <pc:sldMk cId="905026790" sldId="258"/>
            <ac:spMk id="4" creationId="{85546F75-37E2-4A1D-9B31-7CEF2B4CA3D7}"/>
          </ac:spMkLst>
        </pc:spChg>
        <pc:spChg chg="add mod">
          <ac:chgData name="B shiva sai prasad" userId="18c46517b58790f9" providerId="LiveId" clId="{7FE6E875-342A-40AF-8E85-0434ECE2BCD9}" dt="2026-02-12T19:38:17.074" v="110" actId="255"/>
          <ac:spMkLst>
            <pc:docMk/>
            <pc:sldMk cId="905026790" sldId="258"/>
            <ac:spMk id="6" creationId="{58C83D24-49AA-4C4C-9272-0EDDFB4F76B8}"/>
          </ac:spMkLst>
        </pc:spChg>
        <pc:spChg chg="add del">
          <ac:chgData name="B shiva sai prasad" userId="18c46517b58790f9" providerId="LiveId" clId="{7FE6E875-342A-40AF-8E85-0434ECE2BCD9}" dt="2026-02-12T19:38:31.775" v="112" actId="22"/>
          <ac:spMkLst>
            <pc:docMk/>
            <pc:sldMk cId="905026790" sldId="258"/>
            <ac:spMk id="8" creationId="{8EA18272-3192-48A7-BABE-6B8A0581751F}"/>
          </ac:spMkLst>
        </pc:spChg>
        <pc:spChg chg="add mod">
          <ac:chgData name="B shiva sai prasad" userId="18c46517b58790f9" providerId="LiveId" clId="{7FE6E875-342A-40AF-8E85-0434ECE2BCD9}" dt="2026-02-12T19:39:26.444" v="121" actId="1076"/>
          <ac:spMkLst>
            <pc:docMk/>
            <pc:sldMk cId="905026790" sldId="258"/>
            <ac:spMk id="12" creationId="{BC52B933-4209-4F3E-8199-32EBB99263FE}"/>
          </ac:spMkLst>
        </pc:spChg>
        <pc:spChg chg="add del mod">
          <ac:chgData name="B shiva sai prasad" userId="18c46517b58790f9" providerId="LiveId" clId="{7FE6E875-342A-40AF-8E85-0434ECE2BCD9}" dt="2026-02-12T19:40:36.944" v="126" actId="21"/>
          <ac:spMkLst>
            <pc:docMk/>
            <pc:sldMk cId="905026790" sldId="258"/>
            <ac:spMk id="14" creationId="{6973F1A9-CCF4-4D5E-9DA2-98552F501B25}"/>
          </ac:spMkLst>
        </pc:spChg>
        <pc:spChg chg="add mod">
          <ac:chgData name="B shiva sai prasad" userId="18c46517b58790f9" providerId="LiveId" clId="{7FE6E875-342A-40AF-8E85-0434ECE2BCD9}" dt="2026-02-12T19:41:29.109" v="130" actId="12"/>
          <ac:spMkLst>
            <pc:docMk/>
            <pc:sldMk cId="905026790" sldId="258"/>
            <ac:spMk id="15" creationId="{24348902-6DE3-4CC1-B9A9-0FBB4D6B1AA2}"/>
          </ac:spMkLst>
        </pc:spChg>
        <pc:spChg chg="add mod">
          <ac:chgData name="B shiva sai prasad" userId="18c46517b58790f9" providerId="LiveId" clId="{7FE6E875-342A-40AF-8E85-0434ECE2BCD9}" dt="2026-02-12T19:54:14.991" v="194" actId="1076"/>
          <ac:spMkLst>
            <pc:docMk/>
            <pc:sldMk cId="905026790" sldId="258"/>
            <ac:spMk id="19" creationId="{20E308C9-076D-4828-9E96-7FE02EB2A93F}"/>
          </ac:spMkLst>
        </pc:spChg>
        <pc:spChg chg="add mod">
          <ac:chgData name="B shiva sai prasad" userId="18c46517b58790f9" providerId="LiveId" clId="{7FE6E875-342A-40AF-8E85-0434ECE2BCD9}" dt="2026-02-12T19:43:50.526" v="156" actId="1076"/>
          <ac:spMkLst>
            <pc:docMk/>
            <pc:sldMk cId="905026790" sldId="258"/>
            <ac:spMk id="20" creationId="{3050C06E-9440-4ACD-AA6A-B7B32592D4C8}"/>
          </ac:spMkLst>
        </pc:spChg>
        <pc:spChg chg="add mod">
          <ac:chgData name="B shiva sai prasad" userId="18c46517b58790f9" providerId="LiveId" clId="{7FE6E875-342A-40AF-8E85-0434ECE2BCD9}" dt="2026-02-12T19:44:07.426" v="160" actId="1076"/>
          <ac:spMkLst>
            <pc:docMk/>
            <pc:sldMk cId="905026790" sldId="258"/>
            <ac:spMk id="22" creationId="{5729A4E2-27FE-4F27-B607-53CD4FB4E768}"/>
          </ac:spMkLst>
        </pc:spChg>
        <pc:picChg chg="add mod">
          <ac:chgData name="B shiva sai prasad" userId="18c46517b58790f9" providerId="LiveId" clId="{7FE6E875-342A-40AF-8E85-0434ECE2BCD9}" dt="2026-02-12T19:41:53.235" v="134" actId="14100"/>
          <ac:picMkLst>
            <pc:docMk/>
            <pc:sldMk cId="905026790" sldId="258"/>
            <ac:picMk id="9" creationId="{810856AF-EEC0-4794-B477-0E654954598F}"/>
          </ac:picMkLst>
        </pc:picChg>
        <pc:picChg chg="add del mod">
          <ac:chgData name="B shiva sai prasad" userId="18c46517b58790f9" providerId="LiveId" clId="{7FE6E875-342A-40AF-8E85-0434ECE2BCD9}" dt="2026-02-12T19:38:58.490" v="117"/>
          <ac:picMkLst>
            <pc:docMk/>
            <pc:sldMk cId="905026790" sldId="258"/>
            <ac:picMk id="10" creationId="{EE917029-ED03-47F3-A6FB-98F3EED23E80}"/>
          </ac:picMkLst>
        </pc:picChg>
        <pc:picChg chg="add del mod">
          <ac:chgData name="B shiva sai prasad" userId="18c46517b58790f9" providerId="LiveId" clId="{7FE6E875-342A-40AF-8E85-0434ECE2BCD9}" dt="2026-02-12T19:39:11.384" v="119"/>
          <ac:picMkLst>
            <pc:docMk/>
            <pc:sldMk cId="905026790" sldId="258"/>
            <ac:picMk id="11" creationId="{653611AE-6FDF-43C3-B329-726148CD0F37}"/>
          </ac:picMkLst>
        </pc:picChg>
        <pc:picChg chg="add mod">
          <ac:chgData name="B shiva sai prasad" userId="18c46517b58790f9" providerId="LiveId" clId="{7FE6E875-342A-40AF-8E85-0434ECE2BCD9}" dt="2026-02-12T19:42:40.829" v="143" actId="1076"/>
          <ac:picMkLst>
            <pc:docMk/>
            <pc:sldMk cId="905026790" sldId="258"/>
            <ac:picMk id="13" creationId="{2FFAD585-238C-4CC6-AE30-624EBD24D51F}"/>
          </ac:picMkLst>
        </pc:picChg>
        <pc:picChg chg="add mod">
          <ac:chgData name="B shiva sai prasad" userId="18c46517b58790f9" providerId="LiveId" clId="{7FE6E875-342A-40AF-8E85-0434ECE2BCD9}" dt="2026-02-12T19:43:33.770" v="152" actId="1076"/>
          <ac:picMkLst>
            <pc:docMk/>
            <pc:sldMk cId="905026790" sldId="258"/>
            <ac:picMk id="16" creationId="{0A02A185-973D-481D-B7C9-577D335EAE58}"/>
          </ac:picMkLst>
        </pc:picChg>
        <pc:picChg chg="add mod">
          <ac:chgData name="B shiva sai prasad" userId="18c46517b58790f9" providerId="LiveId" clId="{7FE6E875-342A-40AF-8E85-0434ECE2BCD9}" dt="2026-02-12T19:44:03.484" v="159" actId="1076"/>
          <ac:picMkLst>
            <pc:docMk/>
            <pc:sldMk cId="905026790" sldId="258"/>
            <ac:picMk id="17" creationId="{89B609ED-39FD-4A4A-BD95-D4F98CC2B35B}"/>
          </ac:picMkLst>
        </pc:picChg>
      </pc:sldChg>
      <pc:sldChg chg="addSp modSp mod">
        <pc:chgData name="B shiva sai prasad" userId="18c46517b58790f9" providerId="LiveId" clId="{7FE6E875-342A-40AF-8E85-0434ECE2BCD9}" dt="2026-02-12T20:28:36.636" v="420" actId="1076"/>
        <pc:sldMkLst>
          <pc:docMk/>
          <pc:sldMk cId="3843101156" sldId="259"/>
        </pc:sldMkLst>
        <pc:spChg chg="add mod">
          <ac:chgData name="B shiva sai prasad" userId="18c46517b58790f9" providerId="LiveId" clId="{7FE6E875-342A-40AF-8E85-0434ECE2BCD9}" dt="2026-02-12T20:26:18.199" v="402" actId="20577"/>
          <ac:spMkLst>
            <pc:docMk/>
            <pc:sldMk cId="3843101156" sldId="259"/>
            <ac:spMk id="4" creationId="{EDB1C190-7868-4834-A9CA-DEE294C85687}"/>
          </ac:spMkLst>
        </pc:spChg>
        <pc:spChg chg="add mod">
          <ac:chgData name="B shiva sai prasad" userId="18c46517b58790f9" providerId="LiveId" clId="{7FE6E875-342A-40AF-8E85-0434ECE2BCD9}" dt="2026-02-12T20:26:29.084" v="403" actId="255"/>
          <ac:spMkLst>
            <pc:docMk/>
            <pc:sldMk cId="3843101156" sldId="259"/>
            <ac:spMk id="5" creationId="{1EB3A5E0-CA60-4B57-91A7-1EEC39851322}"/>
          </ac:spMkLst>
        </pc:spChg>
        <pc:spChg chg="add mod">
          <ac:chgData name="B shiva sai prasad" userId="18c46517b58790f9" providerId="LiveId" clId="{7FE6E875-342A-40AF-8E85-0434ECE2BCD9}" dt="2026-02-12T20:26:51.047" v="405" actId="12"/>
          <ac:spMkLst>
            <pc:docMk/>
            <pc:sldMk cId="3843101156" sldId="259"/>
            <ac:spMk id="8" creationId="{9D291B7C-EF19-46DF-8DA8-19246EA324DC}"/>
          </ac:spMkLst>
        </pc:spChg>
        <pc:spChg chg="add mod">
          <ac:chgData name="B shiva sai prasad" userId="18c46517b58790f9" providerId="LiveId" clId="{7FE6E875-342A-40AF-8E85-0434ECE2BCD9}" dt="2026-02-12T20:27:30.043" v="411" actId="1076"/>
          <ac:spMkLst>
            <pc:docMk/>
            <pc:sldMk cId="3843101156" sldId="259"/>
            <ac:spMk id="11" creationId="{EBC661E7-ABFF-4722-B784-02BDC7FEB1E9}"/>
          </ac:spMkLst>
        </pc:spChg>
        <pc:spChg chg="add mod">
          <ac:chgData name="B shiva sai prasad" userId="18c46517b58790f9" providerId="LiveId" clId="{7FE6E875-342A-40AF-8E85-0434ECE2BCD9}" dt="2026-02-12T20:27:22.988" v="409" actId="1076"/>
          <ac:spMkLst>
            <pc:docMk/>
            <pc:sldMk cId="3843101156" sldId="259"/>
            <ac:spMk id="12" creationId="{839282BB-0213-4B02-9030-2DDD2D0C6FAA}"/>
          </ac:spMkLst>
        </pc:spChg>
        <pc:spChg chg="add mod">
          <ac:chgData name="B shiva sai prasad" userId="18c46517b58790f9" providerId="LiveId" clId="{7FE6E875-342A-40AF-8E85-0434ECE2BCD9}" dt="2026-02-12T20:28:11.787" v="413" actId="1076"/>
          <ac:spMkLst>
            <pc:docMk/>
            <pc:sldMk cId="3843101156" sldId="259"/>
            <ac:spMk id="13" creationId="{D2B728DF-7C55-4C00-B379-53F4FA3DC385}"/>
          </ac:spMkLst>
        </pc:spChg>
        <pc:spChg chg="add mod">
          <ac:chgData name="B shiva sai prasad" userId="18c46517b58790f9" providerId="LiveId" clId="{7FE6E875-342A-40AF-8E85-0434ECE2BCD9}" dt="2026-02-12T20:28:21.437" v="415" actId="1076"/>
          <ac:spMkLst>
            <pc:docMk/>
            <pc:sldMk cId="3843101156" sldId="259"/>
            <ac:spMk id="14" creationId="{6B5A3CFC-CFAE-4517-A03E-4DD0456AE54E}"/>
          </ac:spMkLst>
        </pc:spChg>
        <pc:picChg chg="add mod">
          <ac:chgData name="B shiva sai prasad" userId="18c46517b58790f9" providerId="LiveId" clId="{7FE6E875-342A-40AF-8E85-0434ECE2BCD9}" dt="2026-02-12T20:24:41.449" v="393"/>
          <ac:picMkLst>
            <pc:docMk/>
            <pc:sldMk cId="3843101156" sldId="259"/>
            <ac:picMk id="6" creationId="{5525BD51-BB81-40C4-B356-75F29812E968}"/>
          </ac:picMkLst>
        </pc:picChg>
        <pc:picChg chg="add mod">
          <ac:chgData name="B shiva sai prasad" userId="18c46517b58790f9" providerId="LiveId" clId="{7FE6E875-342A-40AF-8E85-0434ECE2BCD9}" dt="2026-02-12T20:28:34.090" v="419" actId="1076"/>
          <ac:picMkLst>
            <pc:docMk/>
            <pc:sldMk cId="3843101156" sldId="259"/>
            <ac:picMk id="7" creationId="{6BDB9A03-B224-4F97-98BF-B75E13BD7995}"/>
          </ac:picMkLst>
        </pc:picChg>
        <pc:picChg chg="add mod">
          <ac:chgData name="B shiva sai prasad" userId="18c46517b58790f9" providerId="LiveId" clId="{7FE6E875-342A-40AF-8E85-0434ECE2BCD9}" dt="2026-02-12T20:28:26.537" v="417" actId="14100"/>
          <ac:picMkLst>
            <pc:docMk/>
            <pc:sldMk cId="3843101156" sldId="259"/>
            <ac:picMk id="9" creationId="{2F049526-6D51-44BE-96DD-84BFF0B28DD5}"/>
          </ac:picMkLst>
        </pc:picChg>
        <pc:picChg chg="add mod">
          <ac:chgData name="B shiva sai prasad" userId="18c46517b58790f9" providerId="LiveId" clId="{7FE6E875-342A-40AF-8E85-0434ECE2BCD9}" dt="2026-02-12T20:28:36.636" v="420" actId="1076"/>
          <ac:picMkLst>
            <pc:docMk/>
            <pc:sldMk cId="3843101156" sldId="259"/>
            <ac:picMk id="10" creationId="{A3DF8952-73E6-47EB-83C1-2EA6109DFDEC}"/>
          </ac:picMkLst>
        </pc:picChg>
      </pc:sldChg>
      <pc:sldChg chg="addSp delSp modSp mod">
        <pc:chgData name="B shiva sai prasad" userId="18c46517b58790f9" providerId="LiveId" clId="{7FE6E875-342A-40AF-8E85-0434ECE2BCD9}" dt="2026-02-12T20:20:42.104" v="374" actId="14100"/>
        <pc:sldMkLst>
          <pc:docMk/>
          <pc:sldMk cId="2824662426" sldId="260"/>
        </pc:sldMkLst>
        <pc:spChg chg="add mod">
          <ac:chgData name="B shiva sai prasad" userId="18c46517b58790f9" providerId="LiveId" clId="{7FE6E875-342A-40AF-8E85-0434ECE2BCD9}" dt="2026-02-12T20:16:58.308" v="347" actId="207"/>
          <ac:spMkLst>
            <pc:docMk/>
            <pc:sldMk cId="2824662426" sldId="260"/>
            <ac:spMk id="4" creationId="{C2074FCA-8FEB-4B6B-872B-CAE79C0A83EA}"/>
          </ac:spMkLst>
        </pc:spChg>
        <pc:spChg chg="add mod">
          <ac:chgData name="B shiva sai prasad" userId="18c46517b58790f9" providerId="LiveId" clId="{7FE6E875-342A-40AF-8E85-0434ECE2BCD9}" dt="2026-02-12T20:17:58.066" v="352" actId="12"/>
          <ac:spMkLst>
            <pc:docMk/>
            <pc:sldMk cId="2824662426" sldId="260"/>
            <ac:spMk id="5" creationId="{2DDCA009-F7A0-44CB-B11B-63CF6045EA66}"/>
          </ac:spMkLst>
        </pc:spChg>
        <pc:spChg chg="add mod">
          <ac:chgData name="B shiva sai prasad" userId="18c46517b58790f9" providerId="LiveId" clId="{7FE6E875-342A-40AF-8E85-0434ECE2BCD9}" dt="2026-02-12T20:20:22.209" v="371" actId="1076"/>
          <ac:spMkLst>
            <pc:docMk/>
            <pc:sldMk cId="2824662426" sldId="260"/>
            <ac:spMk id="10" creationId="{3B7A149B-B9F1-4490-B0BD-BEBAF3B2B320}"/>
          </ac:spMkLst>
        </pc:spChg>
        <pc:spChg chg="add del mod">
          <ac:chgData name="B shiva sai prasad" userId="18c46517b58790f9" providerId="LiveId" clId="{7FE6E875-342A-40AF-8E85-0434ECE2BCD9}" dt="2026-02-12T20:19:09.355" v="362" actId="20577"/>
          <ac:spMkLst>
            <pc:docMk/>
            <pc:sldMk cId="2824662426" sldId="260"/>
            <ac:spMk id="11" creationId="{0A2A25F4-B762-4B89-A2F0-D3E3EBDF264E}"/>
          </ac:spMkLst>
        </pc:spChg>
        <pc:spChg chg="add mod">
          <ac:chgData name="B shiva sai prasad" userId="18c46517b58790f9" providerId="LiveId" clId="{7FE6E875-342A-40AF-8E85-0434ECE2BCD9}" dt="2026-02-12T20:19:28.527" v="364" actId="1076"/>
          <ac:spMkLst>
            <pc:docMk/>
            <pc:sldMk cId="2824662426" sldId="260"/>
            <ac:spMk id="12" creationId="{40B5825C-0F29-496F-8D73-965DA2559B52}"/>
          </ac:spMkLst>
        </pc:spChg>
        <pc:spChg chg="add mod">
          <ac:chgData name="B shiva sai prasad" userId="18c46517b58790f9" providerId="LiveId" clId="{7FE6E875-342A-40AF-8E85-0434ECE2BCD9}" dt="2026-02-12T20:19:54.287" v="368" actId="1076"/>
          <ac:spMkLst>
            <pc:docMk/>
            <pc:sldMk cId="2824662426" sldId="260"/>
            <ac:spMk id="13" creationId="{BD7DCBC2-2947-4C06-8B6F-82C9E35F0BFD}"/>
          </ac:spMkLst>
        </pc:spChg>
        <pc:spChg chg="add mod">
          <ac:chgData name="B shiva sai prasad" userId="18c46517b58790f9" providerId="LiveId" clId="{7FE6E875-342A-40AF-8E85-0434ECE2BCD9}" dt="2026-02-12T20:20:04.889" v="370" actId="1076"/>
          <ac:spMkLst>
            <pc:docMk/>
            <pc:sldMk cId="2824662426" sldId="260"/>
            <ac:spMk id="14" creationId="{AE23F1B6-B553-420F-90FE-7206719EE1BF}"/>
          </ac:spMkLst>
        </pc:spChg>
        <pc:picChg chg="add mod">
          <ac:chgData name="B shiva sai prasad" userId="18c46517b58790f9" providerId="LiveId" clId="{7FE6E875-342A-40AF-8E85-0434ECE2BCD9}" dt="2026-02-12T20:20:32.084" v="372" actId="14100"/>
          <ac:picMkLst>
            <pc:docMk/>
            <pc:sldMk cId="2824662426" sldId="260"/>
            <ac:picMk id="6" creationId="{0E582EA4-1B17-4AFE-8D9C-CC193C2DD5CE}"/>
          </ac:picMkLst>
        </pc:picChg>
        <pc:picChg chg="add mod">
          <ac:chgData name="B shiva sai prasad" userId="18c46517b58790f9" providerId="LiveId" clId="{7FE6E875-342A-40AF-8E85-0434ECE2BCD9}" dt="2026-02-12T20:20:42.104" v="374" actId="14100"/>
          <ac:picMkLst>
            <pc:docMk/>
            <pc:sldMk cId="2824662426" sldId="260"/>
            <ac:picMk id="7" creationId="{E3A1EC63-16E9-4652-992A-7527985901A4}"/>
          </ac:picMkLst>
        </pc:picChg>
        <pc:picChg chg="add mod">
          <ac:chgData name="B shiva sai prasad" userId="18c46517b58790f9" providerId="LiveId" clId="{7FE6E875-342A-40AF-8E85-0434ECE2BCD9}" dt="2026-02-12T20:18:15.771" v="356" actId="14100"/>
          <ac:picMkLst>
            <pc:docMk/>
            <pc:sldMk cId="2824662426" sldId="260"/>
            <ac:picMk id="8" creationId="{C5CE1AAF-DB59-45FB-8040-ECE38531592A}"/>
          </ac:picMkLst>
        </pc:picChg>
        <pc:picChg chg="add mod">
          <ac:chgData name="B shiva sai prasad" userId="18c46517b58790f9" providerId="LiveId" clId="{7FE6E875-342A-40AF-8E85-0434ECE2BCD9}" dt="2026-02-12T20:18:20.127" v="357" actId="14100"/>
          <ac:picMkLst>
            <pc:docMk/>
            <pc:sldMk cId="2824662426" sldId="260"/>
            <ac:picMk id="9" creationId="{E832A3B9-204A-4CD3-A6FE-EDFE2B44AB4F}"/>
          </ac:picMkLst>
        </pc:picChg>
      </pc:sldChg>
      <pc:sldChg chg="addSp modSp mod">
        <pc:chgData name="B shiva sai prasad" userId="18c46517b58790f9" providerId="LiveId" clId="{7FE6E875-342A-40AF-8E85-0434ECE2BCD9}" dt="2026-02-12T20:06:54.868" v="292" actId="1076"/>
        <pc:sldMkLst>
          <pc:docMk/>
          <pc:sldMk cId="1558009192" sldId="261"/>
        </pc:sldMkLst>
        <pc:spChg chg="add mod">
          <ac:chgData name="B shiva sai prasad" userId="18c46517b58790f9" providerId="LiveId" clId="{7FE6E875-342A-40AF-8E85-0434ECE2BCD9}" dt="2026-02-12T20:03:09.301" v="268" actId="255"/>
          <ac:spMkLst>
            <pc:docMk/>
            <pc:sldMk cId="1558009192" sldId="261"/>
            <ac:spMk id="4" creationId="{B7FA7D87-E6D2-4151-8442-4E7136E1FBE3}"/>
          </ac:spMkLst>
        </pc:spChg>
        <pc:spChg chg="add mod">
          <ac:chgData name="B shiva sai prasad" userId="18c46517b58790f9" providerId="LiveId" clId="{7FE6E875-342A-40AF-8E85-0434ECE2BCD9}" dt="2026-02-12T20:06:54.868" v="292" actId="1076"/>
          <ac:spMkLst>
            <pc:docMk/>
            <pc:sldMk cId="1558009192" sldId="261"/>
            <ac:spMk id="7" creationId="{9CD7517B-5A00-4242-B408-9F05CC0AD3F5}"/>
          </ac:spMkLst>
        </pc:spChg>
        <pc:spChg chg="add mod">
          <ac:chgData name="B shiva sai prasad" userId="18c46517b58790f9" providerId="LiveId" clId="{7FE6E875-342A-40AF-8E85-0434ECE2BCD9}" dt="2026-02-12T20:02:14.116" v="260" actId="1076"/>
          <ac:spMkLst>
            <pc:docMk/>
            <pc:sldMk cId="1558009192" sldId="261"/>
            <ac:spMk id="8" creationId="{28FD24A1-E2BD-4466-A82F-B54CCF3E311F}"/>
          </ac:spMkLst>
        </pc:spChg>
        <pc:picChg chg="add mod">
          <ac:chgData name="B shiva sai prasad" userId="18c46517b58790f9" providerId="LiveId" clId="{7FE6E875-342A-40AF-8E85-0434ECE2BCD9}" dt="2026-02-12T20:02:40.204" v="264" actId="14100"/>
          <ac:picMkLst>
            <pc:docMk/>
            <pc:sldMk cId="1558009192" sldId="261"/>
            <ac:picMk id="5" creationId="{7B121A49-5FC9-47CA-B977-46EBC824AF3F}"/>
          </ac:picMkLst>
        </pc:picChg>
        <pc:picChg chg="add mod">
          <ac:chgData name="B shiva sai prasad" userId="18c46517b58790f9" providerId="LiveId" clId="{7FE6E875-342A-40AF-8E85-0434ECE2BCD9}" dt="2026-02-12T20:02:42.104" v="265" actId="1076"/>
          <ac:picMkLst>
            <pc:docMk/>
            <pc:sldMk cId="1558009192" sldId="261"/>
            <ac:picMk id="6" creationId="{6D7CD95D-CE43-4282-81A0-637F15663E31}"/>
          </ac:picMkLst>
        </pc:picChg>
      </pc:sldChg>
      <pc:sldChg chg="addSp modSp mod">
        <pc:chgData name="B shiva sai prasad" userId="18c46517b58790f9" providerId="LiveId" clId="{7FE6E875-342A-40AF-8E85-0434ECE2BCD9}" dt="2026-02-12T20:00:48.528" v="253" actId="1076"/>
        <pc:sldMkLst>
          <pc:docMk/>
          <pc:sldMk cId="459639654" sldId="262"/>
        </pc:sldMkLst>
        <pc:spChg chg="add mod">
          <ac:chgData name="B shiva sai prasad" userId="18c46517b58790f9" providerId="LiveId" clId="{7FE6E875-342A-40AF-8E85-0434ECE2BCD9}" dt="2026-02-12T19:56:58.866" v="214" actId="1076"/>
          <ac:spMkLst>
            <pc:docMk/>
            <pc:sldMk cId="459639654" sldId="262"/>
            <ac:spMk id="3" creationId="{315CFE41-0C81-445D-AC1E-7A662A631E92}"/>
          </ac:spMkLst>
        </pc:spChg>
        <pc:spChg chg="add mod">
          <ac:chgData name="B shiva sai prasad" userId="18c46517b58790f9" providerId="LiveId" clId="{7FE6E875-342A-40AF-8E85-0434ECE2BCD9}" dt="2026-02-12T19:58:28.694" v="228" actId="14100"/>
          <ac:spMkLst>
            <pc:docMk/>
            <pc:sldMk cId="459639654" sldId="262"/>
            <ac:spMk id="4" creationId="{98D97523-D175-47AF-B633-8DBC8413E4A7}"/>
          </ac:spMkLst>
        </pc:spChg>
        <pc:spChg chg="add mod">
          <ac:chgData name="B shiva sai prasad" userId="18c46517b58790f9" providerId="LiveId" clId="{7FE6E875-342A-40AF-8E85-0434ECE2BCD9}" dt="2026-02-12T19:57:53.960" v="224" actId="255"/>
          <ac:spMkLst>
            <pc:docMk/>
            <pc:sldMk cId="459639654" sldId="262"/>
            <ac:spMk id="7" creationId="{05F61423-6267-4C24-9C6B-E6E1314B833B}"/>
          </ac:spMkLst>
        </pc:spChg>
        <pc:spChg chg="add mod">
          <ac:chgData name="B shiva sai prasad" userId="18c46517b58790f9" providerId="LiveId" clId="{7FE6E875-342A-40AF-8E85-0434ECE2BCD9}" dt="2026-02-12T19:59:54.708" v="241" actId="1076"/>
          <ac:spMkLst>
            <pc:docMk/>
            <pc:sldMk cId="459639654" sldId="262"/>
            <ac:spMk id="10" creationId="{45806599-0E4C-4CF1-BD4D-4C65AE5F7D29}"/>
          </ac:spMkLst>
        </pc:spChg>
        <pc:spChg chg="add mod">
          <ac:chgData name="B shiva sai prasad" userId="18c46517b58790f9" providerId="LiveId" clId="{7FE6E875-342A-40AF-8E85-0434ECE2BCD9}" dt="2026-02-12T20:00:30.228" v="250" actId="1076"/>
          <ac:spMkLst>
            <pc:docMk/>
            <pc:sldMk cId="459639654" sldId="262"/>
            <ac:spMk id="11" creationId="{4D45C660-4976-416F-B020-A8E1E95F3827}"/>
          </ac:spMkLst>
        </pc:spChg>
        <pc:spChg chg="add mod">
          <ac:chgData name="B shiva sai prasad" userId="18c46517b58790f9" providerId="LiveId" clId="{7FE6E875-342A-40AF-8E85-0434ECE2BCD9}" dt="2026-02-12T20:00:17.035" v="246" actId="1076"/>
          <ac:spMkLst>
            <pc:docMk/>
            <pc:sldMk cId="459639654" sldId="262"/>
            <ac:spMk id="12" creationId="{84C4862F-3319-4B90-86B8-89159EE82A4A}"/>
          </ac:spMkLst>
        </pc:spChg>
        <pc:spChg chg="add mod">
          <ac:chgData name="B shiva sai prasad" userId="18c46517b58790f9" providerId="LiveId" clId="{7FE6E875-342A-40AF-8E85-0434ECE2BCD9}" dt="2026-02-12T20:00:42.758" v="252" actId="1076"/>
          <ac:spMkLst>
            <pc:docMk/>
            <pc:sldMk cId="459639654" sldId="262"/>
            <ac:spMk id="13" creationId="{F93452F9-B895-4828-A004-1CEACC7B780D}"/>
          </ac:spMkLst>
        </pc:spChg>
        <pc:picChg chg="add mod">
          <ac:chgData name="B shiva sai prasad" userId="18c46517b58790f9" providerId="LiveId" clId="{7FE6E875-342A-40AF-8E85-0434ECE2BCD9}" dt="2026-02-12T20:00:23.583" v="248" actId="1076"/>
          <ac:picMkLst>
            <pc:docMk/>
            <pc:sldMk cId="459639654" sldId="262"/>
            <ac:picMk id="5" creationId="{C84C44F2-EE60-4666-90CE-8F4CE8F447EC}"/>
          </ac:picMkLst>
        </pc:picChg>
        <pc:picChg chg="add mod">
          <ac:chgData name="B shiva sai prasad" userId="18c46517b58790f9" providerId="LiveId" clId="{7FE6E875-342A-40AF-8E85-0434ECE2BCD9}" dt="2026-02-12T20:00:48.528" v="253" actId="1076"/>
          <ac:picMkLst>
            <pc:docMk/>
            <pc:sldMk cId="459639654" sldId="262"/>
            <ac:picMk id="6" creationId="{24890882-4E9F-40D6-96CF-5C9B96A2C350}"/>
          </ac:picMkLst>
        </pc:picChg>
        <pc:picChg chg="add mod">
          <ac:chgData name="B shiva sai prasad" userId="18c46517b58790f9" providerId="LiveId" clId="{7FE6E875-342A-40AF-8E85-0434ECE2BCD9}" dt="2026-02-12T20:00:21.476" v="247" actId="1076"/>
          <ac:picMkLst>
            <pc:docMk/>
            <pc:sldMk cId="459639654" sldId="262"/>
            <ac:picMk id="8" creationId="{FB8F7A14-1B34-4BD3-B371-68885E8FBC1F}"/>
          </ac:picMkLst>
        </pc:picChg>
        <pc:picChg chg="add mod">
          <ac:chgData name="B shiva sai prasad" userId="18c46517b58790f9" providerId="LiveId" clId="{7FE6E875-342A-40AF-8E85-0434ECE2BCD9}" dt="2026-02-12T20:00:25.856" v="249" actId="1076"/>
          <ac:picMkLst>
            <pc:docMk/>
            <pc:sldMk cId="459639654" sldId="262"/>
            <ac:picMk id="9" creationId="{75393AC3-6F92-4A79-ADAD-CCF0BBDFB70A}"/>
          </ac:picMkLst>
        </pc:picChg>
      </pc:sldChg>
      <pc:sldChg chg="addSp delSp modSp mod ord">
        <pc:chgData name="B shiva sai prasad" userId="18c46517b58790f9" providerId="LiveId" clId="{7FE6E875-342A-40AF-8E85-0434ECE2BCD9}" dt="2026-02-12T19:52:54.396" v="185" actId="14100"/>
        <pc:sldMkLst>
          <pc:docMk/>
          <pc:sldMk cId="4265454470" sldId="263"/>
        </pc:sldMkLst>
        <pc:spChg chg="add mod">
          <ac:chgData name="B shiva sai prasad" userId="18c46517b58790f9" providerId="LiveId" clId="{7FE6E875-342A-40AF-8E85-0434ECE2BCD9}" dt="2026-02-12T19:52:54.396" v="185" actId="14100"/>
          <ac:spMkLst>
            <pc:docMk/>
            <pc:sldMk cId="4265454470" sldId="263"/>
            <ac:spMk id="4" creationId="{BDB2F66C-39B4-478B-8790-09E6DBAFFE11}"/>
          </ac:spMkLst>
        </pc:spChg>
        <pc:spChg chg="add mod">
          <ac:chgData name="B shiva sai prasad" userId="18c46517b58790f9" providerId="LiveId" clId="{7FE6E875-342A-40AF-8E85-0434ECE2BCD9}" dt="2026-02-12T19:51:56.926" v="178" actId="1076"/>
          <ac:spMkLst>
            <pc:docMk/>
            <pc:sldMk cId="4265454470" sldId="263"/>
            <ac:spMk id="8" creationId="{221F2AC4-5433-44F6-9CD4-00E56DC54BC7}"/>
          </ac:spMkLst>
        </pc:spChg>
        <pc:spChg chg="add mod">
          <ac:chgData name="B shiva sai prasad" userId="18c46517b58790f9" providerId="LiveId" clId="{7FE6E875-342A-40AF-8E85-0434ECE2BCD9}" dt="2026-02-12T19:52:19.479" v="180" actId="1076"/>
          <ac:spMkLst>
            <pc:docMk/>
            <pc:sldMk cId="4265454470" sldId="263"/>
            <ac:spMk id="9" creationId="{F6F21146-68CE-4116-AC59-36D06C57A0B4}"/>
          </ac:spMkLst>
        </pc:spChg>
        <pc:picChg chg="add mod">
          <ac:chgData name="B shiva sai prasad" userId="18c46517b58790f9" providerId="LiveId" clId="{7FE6E875-342A-40AF-8E85-0434ECE2BCD9}" dt="2026-02-12T19:52:27.573" v="181" actId="14100"/>
          <ac:picMkLst>
            <pc:docMk/>
            <pc:sldMk cId="4265454470" sldId="263"/>
            <ac:picMk id="5" creationId="{1D7B867D-6E12-43D4-9E0D-39CAFCEE1706}"/>
          </ac:picMkLst>
        </pc:picChg>
        <pc:picChg chg="add mod">
          <ac:chgData name="B shiva sai prasad" userId="18c46517b58790f9" providerId="LiveId" clId="{7FE6E875-342A-40AF-8E85-0434ECE2BCD9}" dt="2026-02-12T19:52:31.931" v="182" actId="1076"/>
          <ac:picMkLst>
            <pc:docMk/>
            <pc:sldMk cId="4265454470" sldId="263"/>
            <ac:picMk id="6" creationId="{D643D660-A6FC-4D9C-B6EA-7495995B60F4}"/>
          </ac:picMkLst>
        </pc:picChg>
        <pc:picChg chg="add del mod">
          <ac:chgData name="B shiva sai prasad" userId="18c46517b58790f9" providerId="LiveId" clId="{7FE6E875-342A-40AF-8E85-0434ECE2BCD9}" dt="2026-02-12T19:51:40.660" v="176"/>
          <ac:picMkLst>
            <pc:docMk/>
            <pc:sldMk cId="4265454470" sldId="263"/>
            <ac:picMk id="7" creationId="{45F88D60-DD84-4424-9660-CFB568E60224}"/>
          </ac:picMkLst>
        </pc:picChg>
      </pc:sldChg>
      <pc:sldChg chg="addSp modSp mod">
        <pc:chgData name="B shiva sai prasad" userId="18c46517b58790f9" providerId="LiveId" clId="{7FE6E875-342A-40AF-8E85-0434ECE2BCD9}" dt="2026-02-12T19:54:34.674" v="200" actId="1076"/>
        <pc:sldMkLst>
          <pc:docMk/>
          <pc:sldMk cId="1375286163" sldId="264"/>
        </pc:sldMkLst>
        <pc:spChg chg="add mod">
          <ac:chgData name="B shiva sai prasad" userId="18c46517b58790f9" providerId="LiveId" clId="{7FE6E875-342A-40AF-8E85-0434ECE2BCD9}" dt="2026-02-12T19:54:00.919" v="192" actId="1076"/>
          <ac:spMkLst>
            <pc:docMk/>
            <pc:sldMk cId="1375286163" sldId="264"/>
            <ac:spMk id="4" creationId="{00BB5414-84E7-4D4C-8421-9A4866570718}"/>
          </ac:spMkLst>
        </pc:spChg>
        <pc:spChg chg="add mod">
          <ac:chgData name="B shiva sai prasad" userId="18c46517b58790f9" providerId="LiveId" clId="{7FE6E875-342A-40AF-8E85-0434ECE2BCD9}" dt="2026-02-12T19:53:55.193" v="191" actId="1076"/>
          <ac:spMkLst>
            <pc:docMk/>
            <pc:sldMk cId="1375286163" sldId="264"/>
            <ac:spMk id="7" creationId="{E3883DD2-9B8A-4740-A072-002A891145B5}"/>
          </ac:spMkLst>
        </pc:spChg>
        <pc:spChg chg="add mod">
          <ac:chgData name="B shiva sai prasad" userId="18c46517b58790f9" providerId="LiveId" clId="{7FE6E875-342A-40AF-8E85-0434ECE2BCD9}" dt="2026-02-12T19:54:25.211" v="196" actId="1076"/>
          <ac:spMkLst>
            <pc:docMk/>
            <pc:sldMk cId="1375286163" sldId="264"/>
            <ac:spMk id="8" creationId="{7ABD6A76-BC42-49AA-9B99-EE08F20F3579}"/>
          </ac:spMkLst>
        </pc:spChg>
        <pc:picChg chg="add mod">
          <ac:chgData name="B shiva sai prasad" userId="18c46517b58790f9" providerId="LiveId" clId="{7FE6E875-342A-40AF-8E85-0434ECE2BCD9}" dt="2026-02-12T19:54:34.674" v="200" actId="1076"/>
          <ac:picMkLst>
            <pc:docMk/>
            <pc:sldMk cId="1375286163" sldId="264"/>
            <ac:picMk id="5" creationId="{5B2EDE9E-7A79-41C9-993A-8662A8FFD662}"/>
          </ac:picMkLst>
        </pc:picChg>
        <pc:picChg chg="add mod">
          <ac:chgData name="B shiva sai prasad" userId="18c46517b58790f9" providerId="LiveId" clId="{7FE6E875-342A-40AF-8E85-0434ECE2BCD9}" dt="2026-02-12T19:54:30.007" v="198" actId="1076"/>
          <ac:picMkLst>
            <pc:docMk/>
            <pc:sldMk cId="1375286163" sldId="264"/>
            <ac:picMk id="6" creationId="{096B0B16-BE8C-49A2-A6DA-1E5850A60FCB}"/>
          </ac:picMkLst>
        </pc:picChg>
      </pc:sldChg>
      <pc:sldChg chg="addSp delSp modSp mod">
        <pc:chgData name="B shiva sai prasad" userId="18c46517b58790f9" providerId="LiveId" clId="{7FE6E875-342A-40AF-8E85-0434ECE2BCD9}" dt="2026-02-12T19:18:02.462" v="63" actId="1076"/>
        <pc:sldMkLst>
          <pc:docMk/>
          <pc:sldMk cId="2376609908" sldId="266"/>
        </pc:sldMkLst>
        <pc:spChg chg="add mod">
          <ac:chgData name="B shiva sai prasad" userId="18c46517b58790f9" providerId="LiveId" clId="{7FE6E875-342A-40AF-8E85-0434ECE2BCD9}" dt="2026-02-12T18:40:54.078" v="10" actId="1076"/>
          <ac:spMkLst>
            <pc:docMk/>
            <pc:sldMk cId="2376609908" sldId="266"/>
            <ac:spMk id="6" creationId="{3E5602F8-CD94-496F-9A38-2E27C6B35430}"/>
          </ac:spMkLst>
        </pc:spChg>
        <pc:spChg chg="add del mod">
          <ac:chgData name="B shiva sai prasad" userId="18c46517b58790f9" providerId="LiveId" clId="{7FE6E875-342A-40AF-8E85-0434ECE2BCD9}" dt="2026-02-12T19:16:34.451" v="37" actId="21"/>
          <ac:spMkLst>
            <pc:docMk/>
            <pc:sldMk cId="2376609908" sldId="266"/>
            <ac:spMk id="7" creationId="{6715FF1B-1384-4A1C-96D2-644D2017423E}"/>
          </ac:spMkLst>
        </pc:spChg>
        <pc:spChg chg="add del mod">
          <ac:chgData name="B shiva sai prasad" userId="18c46517b58790f9" providerId="LiveId" clId="{7FE6E875-342A-40AF-8E85-0434ECE2BCD9}" dt="2026-02-12T19:16:34.451" v="39"/>
          <ac:spMkLst>
            <pc:docMk/>
            <pc:sldMk cId="2376609908" sldId="266"/>
            <ac:spMk id="8" creationId="{EC43D058-F828-4ECB-9685-893814E7E260}"/>
          </ac:spMkLst>
        </pc:spChg>
        <pc:spChg chg="add mod">
          <ac:chgData name="B shiva sai prasad" userId="18c46517b58790f9" providerId="LiveId" clId="{7FE6E875-342A-40AF-8E85-0434ECE2BCD9}" dt="2026-02-12T19:18:02.462" v="63" actId="1076"/>
          <ac:spMkLst>
            <pc:docMk/>
            <pc:sldMk cId="2376609908" sldId="266"/>
            <ac:spMk id="9" creationId="{687308BE-992F-4B9B-BC2A-174B855D3FBA}"/>
          </ac:spMkLst>
        </pc:spChg>
        <pc:spChg chg="add del mod">
          <ac:chgData name="B shiva sai prasad" userId="18c46517b58790f9" providerId="LiveId" clId="{7FE6E875-342A-40AF-8E85-0434ECE2BCD9}" dt="2026-02-12T19:17:06.404" v="49" actId="478"/>
          <ac:spMkLst>
            <pc:docMk/>
            <pc:sldMk cId="2376609908" sldId="266"/>
            <ac:spMk id="10" creationId="{0CC0FF09-93F3-465B-8C32-7F0B6EA9B199}"/>
          </ac:spMkLst>
        </pc:spChg>
        <pc:spChg chg="add mod">
          <ac:chgData name="B shiva sai prasad" userId="18c46517b58790f9" providerId="LiveId" clId="{7FE6E875-342A-40AF-8E85-0434ECE2BCD9}" dt="2026-02-12T19:17:36.912" v="58" actId="113"/>
          <ac:spMkLst>
            <pc:docMk/>
            <pc:sldMk cId="2376609908" sldId="266"/>
            <ac:spMk id="11" creationId="{866E8DB0-89B8-417C-958B-52E0B329D9FF}"/>
          </ac:spMkLst>
        </pc:spChg>
        <pc:picChg chg="add mod">
          <ac:chgData name="B shiva sai prasad" userId="18c46517b58790f9" providerId="LiveId" clId="{7FE6E875-342A-40AF-8E85-0434ECE2BCD9}" dt="2026-02-12T19:16:07.658" v="31" actId="1076"/>
          <ac:picMkLst>
            <pc:docMk/>
            <pc:sldMk cId="2376609908" sldId="266"/>
            <ac:picMk id="4" creationId="{E21FE48B-F05D-4A87-3A60-6064D9BFFB79}"/>
          </ac:picMkLst>
        </pc:picChg>
        <pc:picChg chg="add mod">
          <ac:chgData name="B shiva sai prasad" userId="18c46517b58790f9" providerId="LiveId" clId="{7FE6E875-342A-40AF-8E85-0434ECE2BCD9}" dt="2026-02-12T19:16:20.256" v="35" actId="1076"/>
          <ac:picMkLst>
            <pc:docMk/>
            <pc:sldMk cId="2376609908" sldId="266"/>
            <ac:picMk id="5" creationId="{264EF6B9-3429-F3C1-3278-92D67E257009}"/>
          </ac:picMkLst>
        </pc:picChg>
      </pc:sldChg>
      <pc:sldChg chg="addSp modSp mod">
        <pc:chgData name="B shiva sai prasad" userId="18c46517b58790f9" providerId="LiveId" clId="{7FE6E875-342A-40AF-8E85-0434ECE2BCD9}" dt="2026-02-12T19:36:08.653" v="97" actId="1076"/>
        <pc:sldMkLst>
          <pc:docMk/>
          <pc:sldMk cId="2503929156" sldId="267"/>
        </pc:sldMkLst>
        <pc:spChg chg="add mod">
          <ac:chgData name="B shiva sai prasad" userId="18c46517b58790f9" providerId="LiveId" clId="{7FE6E875-342A-40AF-8E85-0434ECE2BCD9}" dt="2026-02-12T19:35:31.213" v="91" actId="255"/>
          <ac:spMkLst>
            <pc:docMk/>
            <pc:sldMk cId="2503929156" sldId="267"/>
            <ac:spMk id="4" creationId="{7EE3193A-A57A-440E-B3ED-2A37CF90A071}"/>
          </ac:spMkLst>
        </pc:spChg>
        <pc:spChg chg="add mod">
          <ac:chgData name="B shiva sai prasad" userId="18c46517b58790f9" providerId="LiveId" clId="{7FE6E875-342A-40AF-8E85-0434ECE2BCD9}" dt="2026-02-12T19:35:45.064" v="92" actId="1076"/>
          <ac:spMkLst>
            <pc:docMk/>
            <pc:sldMk cId="2503929156" sldId="267"/>
            <ac:spMk id="6" creationId="{BC385490-EC00-4D49-A0A4-1BE8BD7B9B28}"/>
          </ac:spMkLst>
        </pc:spChg>
        <pc:spChg chg="add mod">
          <ac:chgData name="B shiva sai prasad" userId="18c46517b58790f9" providerId="LiveId" clId="{7FE6E875-342A-40AF-8E85-0434ECE2BCD9}" dt="2026-02-12T19:36:08.653" v="97" actId="1076"/>
          <ac:spMkLst>
            <pc:docMk/>
            <pc:sldMk cId="2503929156" sldId="267"/>
            <ac:spMk id="7" creationId="{866C8310-828D-41C5-B334-B49EC9651B93}"/>
          </ac:spMkLst>
        </pc:spChg>
        <pc:picChg chg="add mod">
          <ac:chgData name="B shiva sai prasad" userId="18c46517b58790f9" providerId="LiveId" clId="{7FE6E875-342A-40AF-8E85-0434ECE2BCD9}" dt="2026-02-12T19:36:00.245" v="95" actId="1076"/>
          <ac:picMkLst>
            <pc:docMk/>
            <pc:sldMk cId="2503929156" sldId="267"/>
            <ac:picMk id="5" creationId="{CB7EEC84-17FE-4D10-AAA2-FE779BB7728D}"/>
          </ac:picMkLst>
        </pc:picChg>
        <pc:picChg chg="add mod">
          <ac:chgData name="B shiva sai prasad" userId="18c46517b58790f9" providerId="LiveId" clId="{7FE6E875-342A-40AF-8E85-0434ECE2BCD9}" dt="2026-02-12T19:36:02.571" v="96" actId="1076"/>
          <ac:picMkLst>
            <pc:docMk/>
            <pc:sldMk cId="2503929156" sldId="267"/>
            <ac:picMk id="8" creationId="{DC712F38-5A2E-407E-B6AF-91F0BA62B5BC}"/>
          </ac:picMkLst>
        </pc:picChg>
      </pc:sldChg>
      <pc:sldChg chg="addSp modSp mod">
        <pc:chgData name="B shiva sai prasad" userId="18c46517b58790f9" providerId="LiveId" clId="{7FE6E875-342A-40AF-8E85-0434ECE2BCD9}" dt="2026-02-12T20:23:13.824" v="389" actId="1076"/>
        <pc:sldMkLst>
          <pc:docMk/>
          <pc:sldMk cId="1033053238" sldId="271"/>
        </pc:sldMkLst>
        <pc:spChg chg="add mod">
          <ac:chgData name="B shiva sai prasad" userId="18c46517b58790f9" providerId="LiveId" clId="{7FE6E875-342A-40AF-8E85-0434ECE2BCD9}" dt="2026-02-12T20:23:13.824" v="389" actId="1076"/>
          <ac:spMkLst>
            <pc:docMk/>
            <pc:sldMk cId="1033053238" sldId="271"/>
            <ac:spMk id="4" creationId="{CEE93164-F41A-4C17-9907-078621381796}"/>
          </ac:spMkLst>
        </pc:spChg>
        <pc:spChg chg="add mod">
          <ac:chgData name="B shiva sai prasad" userId="18c46517b58790f9" providerId="LiveId" clId="{7FE6E875-342A-40AF-8E85-0434ECE2BCD9}" dt="2026-02-12T20:22:32.711" v="385"/>
          <ac:spMkLst>
            <pc:docMk/>
            <pc:sldMk cId="1033053238" sldId="271"/>
            <ac:spMk id="7" creationId="{5DBD7E93-335F-47FD-A477-B7A113952B37}"/>
          </ac:spMkLst>
        </pc:spChg>
        <pc:spChg chg="add mod">
          <ac:chgData name="B shiva sai prasad" userId="18c46517b58790f9" providerId="LiveId" clId="{7FE6E875-342A-40AF-8E85-0434ECE2BCD9}" dt="2026-02-12T20:22:58.034" v="387" actId="1076"/>
          <ac:spMkLst>
            <pc:docMk/>
            <pc:sldMk cId="1033053238" sldId="271"/>
            <ac:spMk id="8" creationId="{E8D7D597-A655-43CC-81B9-5F60E63B9BE9}"/>
          </ac:spMkLst>
        </pc:spChg>
        <pc:picChg chg="add mod">
          <ac:chgData name="B shiva sai prasad" userId="18c46517b58790f9" providerId="LiveId" clId="{7FE6E875-342A-40AF-8E85-0434ECE2BCD9}" dt="2026-02-12T20:22:10.112" v="384" actId="1076"/>
          <ac:picMkLst>
            <pc:docMk/>
            <pc:sldMk cId="1033053238" sldId="271"/>
            <ac:picMk id="5" creationId="{2BF6A469-170B-48E7-A36B-A2AE0924ADC4}"/>
          </ac:picMkLst>
        </pc:picChg>
        <pc:picChg chg="add mod">
          <ac:chgData name="B shiva sai prasad" userId="18c46517b58790f9" providerId="LiveId" clId="{7FE6E875-342A-40AF-8E85-0434ECE2BCD9}" dt="2026-02-12T20:21:48.329" v="380" actId="1076"/>
          <ac:picMkLst>
            <pc:docMk/>
            <pc:sldMk cId="1033053238" sldId="271"/>
            <ac:picMk id="6" creationId="{9C0AA29E-C4F9-4FEF-BBC5-1BEFD3739DBD}"/>
          </ac:picMkLst>
        </pc:picChg>
      </pc:sldChg>
      <pc:sldChg chg="addSp modSp mod">
        <pc:chgData name="B shiva sai prasad" userId="18c46517b58790f9" providerId="LiveId" clId="{7FE6E875-342A-40AF-8E85-0434ECE2BCD9}" dt="2026-02-12T20:16:28.189" v="344" actId="20577"/>
        <pc:sldMkLst>
          <pc:docMk/>
          <pc:sldMk cId="1452845689" sldId="272"/>
        </pc:sldMkLst>
        <pc:spChg chg="add mod">
          <ac:chgData name="B shiva sai prasad" userId="18c46517b58790f9" providerId="LiveId" clId="{7FE6E875-342A-40AF-8E85-0434ECE2BCD9}" dt="2026-02-12T20:13:26.513" v="329" actId="12"/>
          <ac:spMkLst>
            <pc:docMk/>
            <pc:sldMk cId="1452845689" sldId="272"/>
            <ac:spMk id="3" creationId="{6BB8D485-C3CC-47A5-A8CC-97D647FB3AC9}"/>
          </ac:spMkLst>
        </pc:spChg>
        <pc:spChg chg="add mod">
          <ac:chgData name="B shiva sai prasad" userId="18c46517b58790f9" providerId="LiveId" clId="{7FE6E875-342A-40AF-8E85-0434ECE2BCD9}" dt="2026-02-12T20:13:46.711" v="332" actId="14100"/>
          <ac:spMkLst>
            <pc:docMk/>
            <pc:sldMk cId="1452845689" sldId="272"/>
            <ac:spMk id="6" creationId="{5BF5322A-A29F-48BC-8A65-DA0BBFBEC537}"/>
          </ac:spMkLst>
        </pc:spChg>
        <pc:spChg chg="add mod">
          <ac:chgData name="B shiva sai prasad" userId="18c46517b58790f9" providerId="LiveId" clId="{7FE6E875-342A-40AF-8E85-0434ECE2BCD9}" dt="2026-02-12T20:16:21.975" v="342" actId="20577"/>
          <ac:spMkLst>
            <pc:docMk/>
            <pc:sldMk cId="1452845689" sldId="272"/>
            <ac:spMk id="9" creationId="{C20C2941-C4FC-427B-9530-D581A9AAD38F}"/>
          </ac:spMkLst>
        </pc:spChg>
        <pc:spChg chg="add mod">
          <ac:chgData name="B shiva sai prasad" userId="18c46517b58790f9" providerId="LiveId" clId="{7FE6E875-342A-40AF-8E85-0434ECE2BCD9}" dt="2026-02-12T20:16:28.189" v="344" actId="20577"/>
          <ac:spMkLst>
            <pc:docMk/>
            <pc:sldMk cId="1452845689" sldId="272"/>
            <ac:spMk id="10" creationId="{3721A253-C840-4CA7-9D3D-CFFF6642B20D}"/>
          </ac:spMkLst>
        </pc:spChg>
        <pc:spChg chg="add mod">
          <ac:chgData name="B shiva sai prasad" userId="18c46517b58790f9" providerId="LiveId" clId="{7FE6E875-342A-40AF-8E85-0434ECE2BCD9}" dt="2026-02-12T20:10:35.120" v="320" actId="1076"/>
          <ac:spMkLst>
            <pc:docMk/>
            <pc:sldMk cId="1452845689" sldId="272"/>
            <ac:spMk id="11" creationId="{05E474B9-EAEC-4192-8A11-F52A9E2C1392}"/>
          </ac:spMkLst>
        </pc:spChg>
        <pc:spChg chg="add mod">
          <ac:chgData name="B shiva sai prasad" userId="18c46517b58790f9" providerId="LiveId" clId="{7FE6E875-342A-40AF-8E85-0434ECE2BCD9}" dt="2026-02-12T20:10:44.074" v="322" actId="1076"/>
          <ac:spMkLst>
            <pc:docMk/>
            <pc:sldMk cId="1452845689" sldId="272"/>
            <ac:spMk id="12" creationId="{52DA1828-B158-4F8B-A29E-89AC7906D4CF}"/>
          </ac:spMkLst>
        </pc:spChg>
        <pc:picChg chg="add mod">
          <ac:chgData name="B shiva sai prasad" userId="18c46517b58790f9" providerId="LiveId" clId="{7FE6E875-342A-40AF-8E85-0434ECE2BCD9}" dt="2026-02-12T20:09:07.768" v="310"/>
          <ac:picMkLst>
            <pc:docMk/>
            <pc:sldMk cId="1452845689" sldId="272"/>
            <ac:picMk id="4" creationId="{2DB0EF62-E1C4-45CD-B63F-1806B755480F}"/>
          </ac:picMkLst>
        </pc:picChg>
        <pc:picChg chg="add mod">
          <ac:chgData name="B shiva sai prasad" userId="18c46517b58790f9" providerId="LiveId" clId="{7FE6E875-342A-40AF-8E85-0434ECE2BCD9}" dt="2026-02-12T20:09:15.798" v="311"/>
          <ac:picMkLst>
            <pc:docMk/>
            <pc:sldMk cId="1452845689" sldId="272"/>
            <ac:picMk id="5" creationId="{550F6C4D-8E51-4995-B744-3BB4BA41A7FA}"/>
          </ac:picMkLst>
        </pc:picChg>
        <pc:picChg chg="add mod">
          <ac:chgData name="B shiva sai prasad" userId="18c46517b58790f9" providerId="LiveId" clId="{7FE6E875-342A-40AF-8E85-0434ECE2BCD9}" dt="2026-02-12T20:09:33.413" v="313"/>
          <ac:picMkLst>
            <pc:docMk/>
            <pc:sldMk cId="1452845689" sldId="272"/>
            <ac:picMk id="7" creationId="{6D41E3FF-8318-4418-8326-36875245FE0E}"/>
          </ac:picMkLst>
        </pc:picChg>
        <pc:picChg chg="add mod">
          <ac:chgData name="B shiva sai prasad" userId="18c46517b58790f9" providerId="LiveId" clId="{7FE6E875-342A-40AF-8E85-0434ECE2BCD9}" dt="2026-02-12T20:09:41.582" v="314"/>
          <ac:picMkLst>
            <pc:docMk/>
            <pc:sldMk cId="1452845689" sldId="272"/>
            <ac:picMk id="8" creationId="{3BBFBC3E-4924-4DDD-BF23-4D81FA46E392}"/>
          </ac:picMkLst>
        </pc:picChg>
      </pc:sldChg>
      <pc:sldChg chg="addSp modSp mod">
        <pc:chgData name="B shiva sai prasad" userId="18c46517b58790f9" providerId="LiveId" clId="{7FE6E875-342A-40AF-8E85-0434ECE2BCD9}" dt="2026-02-12T20:11:32.445" v="327" actId="1076"/>
        <pc:sldMkLst>
          <pc:docMk/>
          <pc:sldMk cId="2867021388" sldId="273"/>
        </pc:sldMkLst>
        <pc:spChg chg="add mod">
          <ac:chgData name="B shiva sai prasad" userId="18c46517b58790f9" providerId="LiveId" clId="{7FE6E875-342A-40AF-8E85-0434ECE2BCD9}" dt="2026-02-12T20:04:56.671" v="278" actId="255"/>
          <ac:spMkLst>
            <pc:docMk/>
            <pc:sldMk cId="2867021388" sldId="273"/>
            <ac:spMk id="4" creationId="{22F1487C-5A2A-4AE8-9DB6-A3E600C42B28}"/>
          </ac:spMkLst>
        </pc:spChg>
        <pc:spChg chg="add mod">
          <ac:chgData name="B shiva sai prasad" userId="18c46517b58790f9" providerId="LiveId" clId="{7FE6E875-342A-40AF-8E85-0434ECE2BCD9}" dt="2026-02-12T20:11:18.298" v="325" actId="255"/>
          <ac:spMkLst>
            <pc:docMk/>
            <pc:sldMk cId="2867021388" sldId="273"/>
            <ac:spMk id="5" creationId="{89608F51-09E9-4F8F-A658-27FF4176D4CA}"/>
          </ac:spMkLst>
        </pc:spChg>
        <pc:spChg chg="add mod">
          <ac:chgData name="B shiva sai prasad" userId="18c46517b58790f9" providerId="LiveId" clId="{7FE6E875-342A-40AF-8E85-0434ECE2BCD9}" dt="2026-02-12T20:11:27.014" v="326" actId="255"/>
          <ac:spMkLst>
            <pc:docMk/>
            <pc:sldMk cId="2867021388" sldId="273"/>
            <ac:spMk id="11" creationId="{44485044-CD87-40CD-BB25-3FBA325ADBC3}"/>
          </ac:spMkLst>
        </pc:spChg>
        <pc:spChg chg="add mod">
          <ac:chgData name="B shiva sai prasad" userId="18c46517b58790f9" providerId="LiveId" clId="{7FE6E875-342A-40AF-8E85-0434ECE2BCD9}" dt="2026-02-12T20:07:40.447" v="298" actId="1076"/>
          <ac:spMkLst>
            <pc:docMk/>
            <pc:sldMk cId="2867021388" sldId="273"/>
            <ac:spMk id="12" creationId="{CD84001A-A42A-4275-B78F-15BE960D1A6F}"/>
          </ac:spMkLst>
        </pc:spChg>
        <pc:spChg chg="add mod">
          <ac:chgData name="B shiva sai prasad" userId="18c46517b58790f9" providerId="LiveId" clId="{7FE6E875-342A-40AF-8E85-0434ECE2BCD9}" dt="2026-02-12T20:07:31.010" v="296" actId="1076"/>
          <ac:spMkLst>
            <pc:docMk/>
            <pc:sldMk cId="2867021388" sldId="273"/>
            <ac:spMk id="13" creationId="{1D84FD64-27F3-49C1-8C60-55DF8E1684E1}"/>
          </ac:spMkLst>
        </pc:spChg>
        <pc:spChg chg="add mod">
          <ac:chgData name="B shiva sai prasad" userId="18c46517b58790f9" providerId="LiveId" clId="{7FE6E875-342A-40AF-8E85-0434ECE2BCD9}" dt="2026-02-12T20:07:50.480" v="300" actId="1076"/>
          <ac:spMkLst>
            <pc:docMk/>
            <pc:sldMk cId="2867021388" sldId="273"/>
            <ac:spMk id="14" creationId="{522AE5B8-65A0-4808-82A8-0A77FC42A323}"/>
          </ac:spMkLst>
        </pc:spChg>
        <pc:spChg chg="add mod">
          <ac:chgData name="B shiva sai prasad" userId="18c46517b58790f9" providerId="LiveId" clId="{7FE6E875-342A-40AF-8E85-0434ECE2BCD9}" dt="2026-02-12T20:08:24.650" v="307" actId="1076"/>
          <ac:spMkLst>
            <pc:docMk/>
            <pc:sldMk cId="2867021388" sldId="273"/>
            <ac:spMk id="15" creationId="{77A5DC8F-E3AC-47A2-AB38-594C44883BC3}"/>
          </ac:spMkLst>
        </pc:spChg>
        <pc:picChg chg="add mod">
          <ac:chgData name="B shiva sai prasad" userId="18c46517b58790f9" providerId="LiveId" clId="{7FE6E875-342A-40AF-8E85-0434ECE2BCD9}" dt="2026-02-12T20:07:58.741" v="302" actId="1076"/>
          <ac:picMkLst>
            <pc:docMk/>
            <pc:sldMk cId="2867021388" sldId="273"/>
            <ac:picMk id="6" creationId="{44C895AC-C5A9-45E4-916B-CD354C98B12F}"/>
          </ac:picMkLst>
        </pc:picChg>
        <pc:picChg chg="add mod">
          <ac:chgData name="B shiva sai prasad" userId="18c46517b58790f9" providerId="LiveId" clId="{7FE6E875-342A-40AF-8E85-0434ECE2BCD9}" dt="2026-02-12T20:07:33.056" v="297" actId="1076"/>
          <ac:picMkLst>
            <pc:docMk/>
            <pc:sldMk cId="2867021388" sldId="273"/>
            <ac:picMk id="7" creationId="{407531F2-EC4E-44AF-A0CD-DDFC415E4B3E}"/>
          </ac:picMkLst>
        </pc:picChg>
        <pc:picChg chg="add mod">
          <ac:chgData name="B shiva sai prasad" userId="18c46517b58790f9" providerId="LiveId" clId="{7FE6E875-342A-40AF-8E85-0434ECE2BCD9}" dt="2026-02-12T20:11:32.445" v="327" actId="1076"/>
          <ac:picMkLst>
            <pc:docMk/>
            <pc:sldMk cId="2867021388" sldId="273"/>
            <ac:picMk id="8" creationId="{7DDE48AF-3850-42AC-813C-E0199DF791F7}"/>
          </ac:picMkLst>
        </pc:picChg>
        <pc:picChg chg="add mod">
          <ac:chgData name="B shiva sai prasad" userId="18c46517b58790f9" providerId="LiveId" clId="{7FE6E875-342A-40AF-8E85-0434ECE2BCD9}" dt="2026-02-12T20:08:15.231" v="306" actId="1076"/>
          <ac:picMkLst>
            <pc:docMk/>
            <pc:sldMk cId="2867021388" sldId="273"/>
            <ac:picMk id="9" creationId="{B8220FFE-DE55-4588-BF34-0BF67C61AA84}"/>
          </ac:picMkLst>
        </pc:picChg>
      </pc:sldChg>
      <pc:sldChg chg="addSp delSp modSp mod">
        <pc:chgData name="B shiva sai prasad" userId="18c46517b58790f9" providerId="LiveId" clId="{7FE6E875-342A-40AF-8E85-0434ECE2BCD9}" dt="2026-02-12T20:40:31.383" v="496" actId="255"/>
        <pc:sldMkLst>
          <pc:docMk/>
          <pc:sldMk cId="1036677805" sldId="274"/>
        </pc:sldMkLst>
        <pc:spChg chg="add mod">
          <ac:chgData name="B shiva sai prasad" userId="18c46517b58790f9" providerId="LiveId" clId="{7FE6E875-342A-40AF-8E85-0434ECE2BCD9}" dt="2026-02-12T20:36:11.856" v="449"/>
          <ac:spMkLst>
            <pc:docMk/>
            <pc:sldMk cId="1036677805" sldId="274"/>
            <ac:spMk id="4" creationId="{763161B6-0FF2-4325-97AE-97C54B4E6566}"/>
          </ac:spMkLst>
        </pc:spChg>
        <pc:spChg chg="add del">
          <ac:chgData name="B shiva sai prasad" userId="18c46517b58790f9" providerId="LiveId" clId="{7FE6E875-342A-40AF-8E85-0434ECE2BCD9}" dt="2026-02-12T20:35:48.689" v="446"/>
          <ac:spMkLst>
            <pc:docMk/>
            <pc:sldMk cId="1036677805" sldId="274"/>
            <ac:spMk id="5" creationId="{325560F9-DC1A-4CE6-B827-8B0835D61B68}"/>
          </ac:spMkLst>
        </pc:spChg>
        <pc:spChg chg="add del mod">
          <ac:chgData name="B shiva sai prasad" userId="18c46517b58790f9" providerId="LiveId" clId="{7FE6E875-342A-40AF-8E85-0434ECE2BCD9}" dt="2026-02-12T20:40:31.383" v="496" actId="255"/>
          <ac:spMkLst>
            <pc:docMk/>
            <pc:sldMk cId="1036677805" sldId="274"/>
            <ac:spMk id="7" creationId="{2F9A42D6-AAB3-4EA0-A173-CAC3C7AF8D0D}"/>
          </ac:spMkLst>
        </pc:spChg>
        <pc:spChg chg="add del">
          <ac:chgData name="B shiva sai prasad" userId="18c46517b58790f9" providerId="LiveId" clId="{7FE6E875-342A-40AF-8E85-0434ECE2BCD9}" dt="2026-02-12T20:37:25.725" v="460"/>
          <ac:spMkLst>
            <pc:docMk/>
            <pc:sldMk cId="1036677805" sldId="274"/>
            <ac:spMk id="8" creationId="{1E10166B-E998-4B9D-8691-1B53E425FADF}"/>
          </ac:spMkLst>
        </pc:spChg>
        <pc:spChg chg="add del">
          <ac:chgData name="B shiva sai prasad" userId="18c46517b58790f9" providerId="LiveId" clId="{7FE6E875-342A-40AF-8E85-0434ECE2BCD9}" dt="2026-02-12T20:38:46.109" v="472"/>
          <ac:spMkLst>
            <pc:docMk/>
            <pc:sldMk cId="1036677805" sldId="274"/>
            <ac:spMk id="9" creationId="{E9B8AE91-4534-4CA1-8588-555E65170977}"/>
          </ac:spMkLst>
        </pc:spChg>
        <pc:spChg chg="add del mod">
          <ac:chgData name="B shiva sai prasad" userId="18c46517b58790f9" providerId="LiveId" clId="{7FE6E875-342A-40AF-8E85-0434ECE2BCD9}" dt="2026-02-12T20:38:44.731" v="471"/>
          <ac:spMkLst>
            <pc:docMk/>
            <pc:sldMk cId="1036677805" sldId="274"/>
            <ac:spMk id="10" creationId="{50F69126-1EFF-47EE-82C4-6BCACA2CD9A7}"/>
          </ac:spMkLst>
        </pc:spChg>
        <pc:spChg chg="add del">
          <ac:chgData name="B shiva sai prasad" userId="18c46517b58790f9" providerId="LiveId" clId="{7FE6E875-342A-40AF-8E85-0434ECE2BCD9}" dt="2026-02-12T20:38:59.421" v="474"/>
          <ac:spMkLst>
            <pc:docMk/>
            <pc:sldMk cId="1036677805" sldId="274"/>
            <ac:spMk id="11" creationId="{40484654-8B6B-45FD-80F0-51F68FB61780}"/>
          </ac:spMkLst>
        </pc:spChg>
        <pc:spChg chg="add del">
          <ac:chgData name="B shiva sai prasad" userId="18c46517b58790f9" providerId="LiveId" clId="{7FE6E875-342A-40AF-8E85-0434ECE2BCD9}" dt="2026-02-12T20:39:09.066" v="477"/>
          <ac:spMkLst>
            <pc:docMk/>
            <pc:sldMk cId="1036677805" sldId="274"/>
            <ac:spMk id="12" creationId="{69D3C18F-E280-454F-9796-F34C901DB8E8}"/>
          </ac:spMkLst>
        </pc:spChg>
        <pc:spChg chg="add del">
          <ac:chgData name="B shiva sai prasad" userId="18c46517b58790f9" providerId="LiveId" clId="{7FE6E875-342A-40AF-8E85-0434ECE2BCD9}" dt="2026-02-12T20:39:33.328" v="486"/>
          <ac:spMkLst>
            <pc:docMk/>
            <pc:sldMk cId="1036677805" sldId="274"/>
            <ac:spMk id="13" creationId="{E9DEB64E-2C5A-45AA-B167-2609842233A3}"/>
          </ac:spMkLst>
        </pc:spChg>
        <pc:spChg chg="add del mod">
          <ac:chgData name="B shiva sai prasad" userId="18c46517b58790f9" providerId="LiveId" clId="{7FE6E875-342A-40AF-8E85-0434ECE2BCD9}" dt="2026-02-12T20:39:32.943" v="485"/>
          <ac:spMkLst>
            <pc:docMk/>
            <pc:sldMk cId="1036677805" sldId="274"/>
            <ac:spMk id="14" creationId="{C2066E47-A25D-4D77-89BB-08540A215901}"/>
          </ac:spMkLst>
        </pc:spChg>
      </pc:sldChg>
      <pc:sldChg chg="addSp modSp mod">
        <pc:chgData name="B shiva sai prasad" userId="18c46517b58790f9" providerId="LiveId" clId="{7FE6E875-342A-40AF-8E85-0434ECE2BCD9}" dt="2026-02-12T20:31:23.113" v="438" actId="1076"/>
        <pc:sldMkLst>
          <pc:docMk/>
          <pc:sldMk cId="4162480986" sldId="275"/>
        </pc:sldMkLst>
        <pc:spChg chg="add mod">
          <ac:chgData name="B shiva sai prasad" userId="18c46517b58790f9" providerId="LiveId" clId="{7FE6E875-342A-40AF-8E85-0434ECE2BCD9}" dt="2026-02-12T20:30:41.311" v="437" actId="14100"/>
          <ac:spMkLst>
            <pc:docMk/>
            <pc:sldMk cId="4162480986" sldId="275"/>
            <ac:spMk id="3" creationId="{062FEA12-E3E9-4EC7-8D9F-64D37E86479F}"/>
          </ac:spMkLst>
        </pc:spChg>
        <pc:spChg chg="add mod">
          <ac:chgData name="B shiva sai prasad" userId="18c46517b58790f9" providerId="LiveId" clId="{7FE6E875-342A-40AF-8E85-0434ECE2BCD9}" dt="2026-02-12T20:29:59.058" v="432" actId="1076"/>
          <ac:spMkLst>
            <pc:docMk/>
            <pc:sldMk cId="4162480986" sldId="275"/>
            <ac:spMk id="6" creationId="{D285F305-FF6C-47A2-8C29-06B012E1615D}"/>
          </ac:spMkLst>
        </pc:spChg>
        <pc:spChg chg="add mod">
          <ac:chgData name="B shiva sai prasad" userId="18c46517b58790f9" providerId="LiveId" clId="{7FE6E875-342A-40AF-8E85-0434ECE2BCD9}" dt="2026-02-12T20:30:08.080" v="433" actId="1076"/>
          <ac:spMkLst>
            <pc:docMk/>
            <pc:sldMk cId="4162480986" sldId="275"/>
            <ac:spMk id="7" creationId="{45C2BC22-19D5-4083-B5A2-2A5A30A7CD48}"/>
          </ac:spMkLst>
        </pc:spChg>
        <pc:picChg chg="add mod">
          <ac:chgData name="B shiva sai prasad" userId="18c46517b58790f9" providerId="LiveId" clId="{7FE6E875-342A-40AF-8E85-0434ECE2BCD9}" dt="2026-02-12T20:29:52.764" v="431" actId="1076"/>
          <ac:picMkLst>
            <pc:docMk/>
            <pc:sldMk cId="4162480986" sldId="275"/>
            <ac:picMk id="4" creationId="{C2F14EA3-5476-4F49-87B5-4F781BADB2B6}"/>
          </ac:picMkLst>
        </pc:picChg>
        <pc:picChg chg="add mod">
          <ac:chgData name="B shiva sai prasad" userId="18c46517b58790f9" providerId="LiveId" clId="{7FE6E875-342A-40AF-8E85-0434ECE2BCD9}" dt="2026-02-12T20:31:23.113" v="438" actId="1076"/>
          <ac:picMkLst>
            <pc:docMk/>
            <pc:sldMk cId="4162480986" sldId="275"/>
            <ac:picMk id="5" creationId="{DE4474DA-79DC-41E3-8AA8-CC32FA2E0ADE}"/>
          </ac:picMkLst>
        </pc:picChg>
      </pc:sldChg>
      <pc:sldChg chg="new del">
        <pc:chgData name="B shiva sai prasad" userId="18c46517b58790f9" providerId="LiveId" clId="{7FE6E875-342A-40AF-8E85-0434ECE2BCD9}" dt="2026-02-12T20:48:14.687" v="539" actId="2696"/>
        <pc:sldMkLst>
          <pc:docMk/>
          <pc:sldMk cId="66626038" sldId="276"/>
        </pc:sldMkLst>
      </pc:sldChg>
      <pc:sldChg chg="addSp delSp modSp add mod">
        <pc:chgData name="B shiva sai prasad" userId="18c46517b58790f9" providerId="LiveId" clId="{7FE6E875-342A-40AF-8E85-0434ECE2BCD9}" dt="2026-02-12T20:45:16.922" v="529" actId="22"/>
        <pc:sldMkLst>
          <pc:docMk/>
          <pc:sldMk cId="2489114643" sldId="277"/>
        </pc:sldMkLst>
        <pc:spChg chg="add mod">
          <ac:chgData name="B shiva sai prasad" userId="18c46517b58790f9" providerId="LiveId" clId="{7FE6E875-342A-40AF-8E85-0434ECE2BCD9}" dt="2026-02-12T20:41:35.950" v="497"/>
          <ac:spMkLst>
            <pc:docMk/>
            <pc:sldMk cId="2489114643" sldId="277"/>
            <ac:spMk id="3" creationId="{FFC48EA0-53E6-4CCB-8392-8A09E1FDA751}"/>
          </ac:spMkLst>
        </pc:spChg>
        <pc:spChg chg="add mod">
          <ac:chgData name="B shiva sai prasad" userId="18c46517b58790f9" providerId="LiveId" clId="{7FE6E875-342A-40AF-8E85-0434ECE2BCD9}" dt="2026-02-12T20:44:37.409" v="527" actId="255"/>
          <ac:spMkLst>
            <pc:docMk/>
            <pc:sldMk cId="2489114643" sldId="277"/>
            <ac:spMk id="5" creationId="{8397EBD6-40CC-4E21-8769-73F2AF4F4B9E}"/>
          </ac:spMkLst>
        </pc:spChg>
        <pc:spChg chg="add del">
          <ac:chgData name="B shiva sai prasad" userId="18c46517b58790f9" providerId="LiveId" clId="{7FE6E875-342A-40AF-8E85-0434ECE2BCD9}" dt="2026-02-12T20:43:14.819" v="509"/>
          <ac:spMkLst>
            <pc:docMk/>
            <pc:sldMk cId="2489114643" sldId="277"/>
            <ac:spMk id="6" creationId="{368BED73-4FE1-475D-8515-49CA11D2389B}"/>
          </ac:spMkLst>
        </pc:spChg>
        <pc:spChg chg="add del">
          <ac:chgData name="B shiva sai prasad" userId="18c46517b58790f9" providerId="LiveId" clId="{7FE6E875-342A-40AF-8E85-0434ECE2BCD9}" dt="2026-02-12T20:45:16.922" v="529" actId="22"/>
          <ac:spMkLst>
            <pc:docMk/>
            <pc:sldMk cId="2489114643" sldId="277"/>
            <ac:spMk id="8" creationId="{68E054E5-A81F-4AD0-A00B-45D953553B42}"/>
          </ac:spMkLst>
        </pc:spChg>
      </pc:sldChg>
      <pc:sldChg chg="addSp delSp modSp add mod ord">
        <pc:chgData name="B shiva sai prasad" userId="18c46517b58790f9" providerId="LiveId" clId="{7FE6E875-342A-40AF-8E85-0434ECE2BCD9}" dt="2026-02-12T20:48:10.365" v="538"/>
        <pc:sldMkLst>
          <pc:docMk/>
          <pc:sldMk cId="3363102485" sldId="278"/>
        </pc:sldMkLst>
        <pc:spChg chg="del">
          <ac:chgData name="B shiva sai prasad" userId="18c46517b58790f9" providerId="LiveId" clId="{7FE6E875-342A-40AF-8E85-0434ECE2BCD9}" dt="2026-02-12T20:45:40.395" v="534" actId="21"/>
          <ac:spMkLst>
            <pc:docMk/>
            <pc:sldMk cId="3363102485" sldId="278"/>
            <ac:spMk id="3" creationId="{FFC48EA0-53E6-4CCB-8392-8A09E1FDA751}"/>
          </ac:spMkLst>
        </pc:spChg>
        <pc:spChg chg="del mod">
          <ac:chgData name="B shiva sai prasad" userId="18c46517b58790f9" providerId="LiveId" clId="{7FE6E875-342A-40AF-8E85-0434ECE2BCD9}" dt="2026-02-12T20:45:34.558" v="533" actId="21"/>
          <ac:spMkLst>
            <pc:docMk/>
            <pc:sldMk cId="3363102485" sldId="278"/>
            <ac:spMk id="5" creationId="{8397EBD6-40CC-4E21-8769-73F2AF4F4B9E}"/>
          </ac:spMkLst>
        </pc:spChg>
        <pc:picChg chg="add mod">
          <ac:chgData name="B shiva sai prasad" userId="18c46517b58790f9" providerId="LiveId" clId="{7FE6E875-342A-40AF-8E85-0434ECE2BCD9}" dt="2026-02-12T20:47:19.356" v="536" actId="14100"/>
          <ac:picMkLst>
            <pc:docMk/>
            <pc:sldMk cId="3363102485" sldId="278"/>
            <ac:picMk id="6" creationId="{CE735848-364C-4AEF-A047-A3B10883E6A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953B-A11C-40BA-B8B4-7B1EA35A8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C88A0-AD1B-46AE-B73A-297A39A7E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53C8C-DBE2-4BAE-81AC-B6A56D55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CB575-10D2-44AE-9853-46A0E04D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193A6-803F-484F-B4DE-02C701008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6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51AA-9971-4D30-892A-D1D2EDC3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3F952-99AC-48C5-9056-157053E6E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1C54B-8A09-4C44-AA93-23158175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833F7-E45B-46AD-B381-FEBFC90E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3764F-CBD5-41FF-97D9-C53A3ADD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0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DCD58-CE37-43F9-A8F4-6C0552354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37F23-A61D-4F91-86A7-4DE89330E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29F04-42D3-42F9-980F-D63D82C8E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F83DE-9807-420F-A960-AA3413ED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D3C1D-1E11-4A4C-BA8D-289C24A9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8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9A788-AB77-4473-AC6A-18447EED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0B5CA-53A8-4A81-BB78-06155BC63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0AA73-1A76-4ACB-828D-FA7F881A0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EE0FE-243B-4E2E-8173-A2A34A867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E6B65-E0C0-46EE-85A5-109D2FF36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8AE15-5954-4CAD-AA64-7F4148BE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5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8A863-35E2-4341-A663-F3CE1409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FE5B9-13AA-407A-B001-D6A5556EF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6479F-6F1A-4531-806C-26C8661B6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66CFE-F778-4496-8611-0B31A83AE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F772E-3EEB-4443-B764-9B9935B44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88E0B-DA09-48DC-8568-C713D213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04327E-2E34-4B13-939C-F7D0C648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EBFE3E-06DC-470A-BF97-BB6B9DF0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6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18F4-85EA-4533-B86E-E9C1AAF0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0EA20C-A93A-4055-956C-FA6D35AC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6B00AB-E182-4383-8454-D48C9E74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F3B95-4729-4354-A09D-94F34875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2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1095B-C19D-4DEF-A98E-0292D600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E0E65-4393-488A-BDE2-723798100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6A81D-D606-40F0-A4A9-D32851EE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85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2EB7-C1BF-4D41-AC1F-5A2BFE61B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1866E-C26A-4B11-9C4E-DDEB394C1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EE95F-E703-432C-9D62-D4AE1E8C5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94E09-A79C-424A-A313-A288A43DC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DC20E-A7D5-471B-A558-A45EF28D7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3DD92-2384-4BE9-AD37-B8848DFD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50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685CD-4F9C-4345-B788-06593A27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5596A2-DA5D-4077-925E-2BB0348EA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73FD7-DCD7-4A53-88E1-54712A3C1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67461-962C-4DAB-BFCF-0A2F87A2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AA23C-E06F-4770-9F75-3D352E13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705C2-27B2-4847-88B5-18A7AFC7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1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DBC9-BBA3-4864-967E-DACBB345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98039-0BC0-465E-88BA-8090BEBC5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E6C08-1852-4144-A5F1-BC5A59FF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F3B0B-2ABE-4ADB-80CB-12350FBE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F361-7391-411C-9565-8831A133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07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128B04-AFA6-46AD-B25B-467EB26A0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8F42E-EF9D-4B3F-AF79-361AA312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1690A-554A-44BE-B364-2957EDEF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C7EE4-DECA-4866-86DA-C1BDC18DF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48466-6B3E-467E-AB45-674C210A0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61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A9E0F-F264-479E-9ECA-5B3704AAA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00BED-F665-4622-8288-76BEC7B4C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61235-3AF7-4208-8998-ED2948587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324DB-1E2B-4F78-B57B-385CB9F46180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83D55-C0BB-4CD2-AC06-7BC57CFAD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E76B1-B0E3-4A0C-BF92-B32958A2D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7CFD2-0196-46A8-8EAC-F76AB29D7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8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gifs/thank-you-writing-meditation-479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BB8067-D466-457B-8893-767FE72E5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1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728333-135A-47C8-9492-FDC35D7C3BC6}"/>
              </a:ext>
            </a:extLst>
          </p:cNvPr>
          <p:cNvSpPr txBox="1"/>
          <p:nvPr/>
        </p:nvSpPr>
        <p:spPr>
          <a:xfrm>
            <a:off x="5190564" y="179294"/>
            <a:ext cx="1810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About Me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175B7-E086-4DE2-8074-BAE3020F16B6}"/>
              </a:ext>
            </a:extLst>
          </p:cNvPr>
          <p:cNvSpPr txBox="1"/>
          <p:nvPr/>
        </p:nvSpPr>
        <p:spPr>
          <a:xfrm>
            <a:off x="564775" y="1631576"/>
            <a:ext cx="783515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My Name Is B Shiva Sai Prasad.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Graduation In Electronics Communication Engineering.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I’ve Passion For Become An Data Analyst.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FF0000"/>
                </a:solidFill>
              </a:rPr>
              <a:t>LinkedIn</a:t>
            </a:r>
            <a:r>
              <a:rPr lang="en-US" sz="2200" dirty="0"/>
              <a:t> </a:t>
            </a:r>
            <a:r>
              <a:rPr lang="en-US" sz="2200" b="1" dirty="0"/>
              <a:t>: B Shiva Sai Prasad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FBC7D-138B-44A6-ABB1-11AE3FAB4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2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B74744-5466-440F-8049-AE472D4C2661}"/>
              </a:ext>
            </a:extLst>
          </p:cNvPr>
          <p:cNvSpPr txBox="1"/>
          <p:nvPr/>
        </p:nvSpPr>
        <p:spPr>
          <a:xfrm>
            <a:off x="5239870" y="150767"/>
            <a:ext cx="1712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59945-5EE2-411D-A8D9-374D32F20586}"/>
              </a:ext>
            </a:extLst>
          </p:cNvPr>
          <p:cNvSpPr txBox="1"/>
          <p:nvPr/>
        </p:nvSpPr>
        <p:spPr>
          <a:xfrm>
            <a:off x="277906" y="1237129"/>
            <a:ext cx="988807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Business problem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Objectives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ER Daigram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Key Analysis Questions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Challenges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Recommendations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4270F5-4DF4-43A3-AF2C-FC79E75E7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8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39489C-2552-4853-9333-F46FB7120765}"/>
              </a:ext>
            </a:extLst>
          </p:cNvPr>
          <p:cNvSpPr txBox="1"/>
          <p:nvPr/>
        </p:nvSpPr>
        <p:spPr>
          <a:xfrm>
            <a:off x="385481" y="1278738"/>
            <a:ext cx="634701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Inventory Stock Management Issues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Sales Trend Analysis (Daily/Monthly)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Identifying Top And Low Selling Products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Customer Purchase Behavior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Supplier Performance Evaluation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Profit Margin And Revenue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679E1-5180-4E28-A126-66BBA4C203F3}"/>
              </a:ext>
            </a:extLst>
          </p:cNvPr>
          <p:cNvSpPr txBox="1"/>
          <p:nvPr/>
        </p:nvSpPr>
        <p:spPr>
          <a:xfrm>
            <a:off x="4482353" y="125506"/>
            <a:ext cx="3227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Business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8299C0-F836-4F45-A29C-4145FC94F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56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C4F1A9-D13B-4E81-9054-45BE66B0418B}"/>
              </a:ext>
            </a:extLst>
          </p:cNvPr>
          <p:cNvSpPr txBox="1"/>
          <p:nvPr/>
        </p:nvSpPr>
        <p:spPr>
          <a:xfrm>
            <a:off x="277905" y="1272988"/>
            <a:ext cx="108831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Manage And Track Inventory Levels Efficiently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Analyze Sales Data To Identify Trends And Patterns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Generate Reports For Top-selling And Low-selling Products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Monitor Customer Purchase History And Buying Behavior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Calculate Revenue, Expenses, And Profit Margins For Better Decision-making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9AD5D-4BE6-40F9-915C-B33D08F31AA7}"/>
              </a:ext>
            </a:extLst>
          </p:cNvPr>
          <p:cNvSpPr txBox="1"/>
          <p:nvPr/>
        </p:nvSpPr>
        <p:spPr>
          <a:xfrm>
            <a:off x="4320988" y="143435"/>
            <a:ext cx="2796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Objectives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0A7F4-5520-4994-A2F8-6C6AE747E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2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08704F-2372-4E9B-87CB-043D9CB26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8518"/>
            <a:ext cx="12191999" cy="48499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3E3ADD-74D0-4C10-8C9E-6B6EDB2F854B}"/>
              </a:ext>
            </a:extLst>
          </p:cNvPr>
          <p:cNvSpPr txBox="1"/>
          <p:nvPr/>
        </p:nvSpPr>
        <p:spPr>
          <a:xfrm>
            <a:off x="5082987" y="171545"/>
            <a:ext cx="2026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ER Daigram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3D506-1746-4065-A444-DF23E4D00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2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79AB2A-A538-4652-9324-E32E3D0F8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CDB576-2770-405E-9F2E-53313ED3000D}"/>
              </a:ext>
            </a:extLst>
          </p:cNvPr>
          <p:cNvSpPr txBox="1"/>
          <p:nvPr/>
        </p:nvSpPr>
        <p:spPr>
          <a:xfrm>
            <a:off x="4159622" y="206187"/>
            <a:ext cx="4536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Key Analysis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FE48B-F05D-4A87-3A60-6064D9BFF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328" y="2519081"/>
            <a:ext cx="6853673" cy="17489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4EF6B9-3429-F3C1-3278-92D67E257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565" y="5234550"/>
            <a:ext cx="3637224" cy="1254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5602F8-CD94-496F-9A38-2E27C6B35430}"/>
              </a:ext>
            </a:extLst>
          </p:cNvPr>
          <p:cNvSpPr txBox="1"/>
          <p:nvPr/>
        </p:nvSpPr>
        <p:spPr>
          <a:xfrm>
            <a:off x="627529" y="1116424"/>
            <a:ext cx="5468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How Many Unique Customers Have Placed Orders?</a:t>
            </a:r>
            <a:endParaRPr lang="en-IN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308BE-992F-4B9B-BC2A-174B855D3FBA}"/>
              </a:ext>
            </a:extLst>
          </p:cNvPr>
          <p:cNvSpPr txBox="1"/>
          <p:nvPr/>
        </p:nvSpPr>
        <p:spPr>
          <a:xfrm>
            <a:off x="1944118" y="1851164"/>
            <a:ext cx="242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E8DB0-89B8-417C-958B-52E0B329D9FF}"/>
              </a:ext>
            </a:extLst>
          </p:cNvPr>
          <p:cNvSpPr txBox="1"/>
          <p:nvPr/>
        </p:nvSpPr>
        <p:spPr>
          <a:xfrm>
            <a:off x="1944118" y="4607499"/>
            <a:ext cx="2398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7660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8DEF19-F0CD-4C27-95EF-51C2FADA1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E3193A-A57A-440E-B3ED-2A37CF90A071}"/>
              </a:ext>
            </a:extLst>
          </p:cNvPr>
          <p:cNvSpPr txBox="1"/>
          <p:nvPr/>
        </p:nvSpPr>
        <p:spPr>
          <a:xfrm>
            <a:off x="188255" y="255059"/>
            <a:ext cx="76558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Which Customers Have Placed The Highest Number Of Orders?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EEC84-17FE-4D10-AAA2-FE779BB77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405" y="2152246"/>
            <a:ext cx="5401429" cy="1552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385490-EC00-4D49-A0A4-1BE8BD7B9B28}"/>
              </a:ext>
            </a:extLst>
          </p:cNvPr>
          <p:cNvSpPr txBox="1"/>
          <p:nvPr/>
        </p:nvSpPr>
        <p:spPr>
          <a:xfrm>
            <a:off x="595540" y="1355584"/>
            <a:ext cx="364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6C8310-828D-41C5-B334-B49EC9651B93}"/>
              </a:ext>
            </a:extLst>
          </p:cNvPr>
          <p:cNvSpPr txBox="1"/>
          <p:nvPr/>
        </p:nvSpPr>
        <p:spPr>
          <a:xfrm>
            <a:off x="715953" y="4464064"/>
            <a:ext cx="2398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712F38-5A2E-407E-B6AF-91F0BA62B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082" y="5029244"/>
            <a:ext cx="3086531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929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2AEBB6-850D-4407-BE46-0B26B1DC3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B2F66C-39B4-478B-8790-09E6DBAFFE11}"/>
              </a:ext>
            </a:extLst>
          </p:cNvPr>
          <p:cNvSpPr txBox="1"/>
          <p:nvPr/>
        </p:nvSpPr>
        <p:spPr>
          <a:xfrm>
            <a:off x="394447" y="447346"/>
            <a:ext cx="95025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Who Are The Top 5 Customers By Total Purchase Amount?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7B867D-6E12-43D4-9E0D-39CAFCEE1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314" y="1474386"/>
            <a:ext cx="7343957" cy="2457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43D660-A6FC-4D9C-B6EA-7495995B6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5197" y="4897246"/>
            <a:ext cx="3620005" cy="13717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1F2AC4-5433-44F6-9CD4-00E56DC54BC7}"/>
              </a:ext>
            </a:extLst>
          </p:cNvPr>
          <p:cNvSpPr txBox="1"/>
          <p:nvPr/>
        </p:nvSpPr>
        <p:spPr>
          <a:xfrm>
            <a:off x="738975" y="960866"/>
            <a:ext cx="364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F21146-68CE-4116-AC59-36D06C57A0B4}"/>
              </a:ext>
            </a:extLst>
          </p:cNvPr>
          <p:cNvSpPr txBox="1"/>
          <p:nvPr/>
        </p:nvSpPr>
        <p:spPr>
          <a:xfrm>
            <a:off x="738975" y="4090204"/>
            <a:ext cx="2398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26545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82FF81-862A-4DF8-A8A6-C6BA5ACE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546F75-37E2-4A1D-9B31-7CEF2B4CA3D7}"/>
              </a:ext>
            </a:extLst>
          </p:cNvPr>
          <p:cNvSpPr txBox="1"/>
          <p:nvPr/>
        </p:nvSpPr>
        <p:spPr>
          <a:xfrm>
            <a:off x="3164541" y="26805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/>
              <a:t> </a:t>
            </a:r>
            <a:r>
              <a:rPr lang="en-IN" sz="2800" b="1" u="sng" dirty="0">
                <a:solidFill>
                  <a:srgbClr val="FF0000"/>
                </a:solidFill>
              </a:rPr>
              <a:t>Product</a:t>
            </a:r>
            <a:r>
              <a:rPr lang="en-IN" sz="2800" b="1" u="sng" dirty="0"/>
              <a:t> </a:t>
            </a:r>
            <a:r>
              <a:rPr lang="en-IN" sz="2800" b="1" u="sng" dirty="0">
                <a:solidFill>
                  <a:srgbClr val="FF0000"/>
                </a:solidFill>
              </a:rPr>
              <a:t>Performance</a:t>
            </a:r>
            <a:r>
              <a:rPr lang="en-IN" sz="2800" b="1" u="sng" dirty="0"/>
              <a:t> 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C83D24-49AA-4C4C-9272-0EDDFB4F76B8}"/>
              </a:ext>
            </a:extLst>
          </p:cNvPr>
          <p:cNvSpPr txBox="1"/>
          <p:nvPr/>
        </p:nvSpPr>
        <p:spPr>
          <a:xfrm>
            <a:off x="233082" y="125416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How Many Products Exist In Each Category?</a:t>
            </a:r>
            <a:endParaRPr lang="en-I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0856AF-EEC0-4794-B477-0E6549545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612" y="2354608"/>
            <a:ext cx="3571930" cy="7624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52B933-4209-4F3E-8199-32EBB99263FE}"/>
              </a:ext>
            </a:extLst>
          </p:cNvPr>
          <p:cNvSpPr txBox="1"/>
          <p:nvPr/>
        </p:nvSpPr>
        <p:spPr>
          <a:xfrm>
            <a:off x="954128" y="1835166"/>
            <a:ext cx="364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FAD585-238C-4CC6-AE30-624EBD24D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728" y="3440609"/>
            <a:ext cx="1390844" cy="4763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348902-6DE3-4CC1-B9A9-0FBB4D6B1AA2}"/>
              </a:ext>
            </a:extLst>
          </p:cNvPr>
          <p:cNvSpPr txBox="1"/>
          <p:nvPr/>
        </p:nvSpPr>
        <p:spPr>
          <a:xfrm>
            <a:off x="394794" y="4530300"/>
            <a:ext cx="6479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What Is The </a:t>
            </a:r>
            <a:r>
              <a:rPr lang="en-US" sz="2200" dirty="0"/>
              <a:t>Average</a:t>
            </a:r>
            <a:r>
              <a:rPr lang="en-US" sz="2000" dirty="0"/>
              <a:t> Price Of Products By Category?</a:t>
            </a:r>
            <a:endParaRPr lang="en-IN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02A185-973D-481D-B7C9-577D335EAE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6026" y="4977801"/>
            <a:ext cx="5496692" cy="10593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B609ED-39FD-4A4A-BD95-D4F98CC2B3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4418" y="5117961"/>
            <a:ext cx="2847538" cy="10521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E308C9-076D-4828-9E96-7FE02EB2A93F}"/>
              </a:ext>
            </a:extLst>
          </p:cNvPr>
          <p:cNvSpPr txBox="1"/>
          <p:nvPr/>
        </p:nvSpPr>
        <p:spPr>
          <a:xfrm>
            <a:off x="3520150" y="35933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50C06E-9440-4ACD-AA6A-B7B32592D4C8}"/>
              </a:ext>
            </a:extLst>
          </p:cNvPr>
          <p:cNvSpPr txBox="1"/>
          <p:nvPr/>
        </p:nvSpPr>
        <p:spPr>
          <a:xfrm>
            <a:off x="954128" y="5208285"/>
            <a:ext cx="364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29A4E2-27FE-4F27-B607-53CD4FB4E768}"/>
              </a:ext>
            </a:extLst>
          </p:cNvPr>
          <p:cNvSpPr txBox="1"/>
          <p:nvPr/>
        </p:nvSpPr>
        <p:spPr>
          <a:xfrm>
            <a:off x="7835154" y="51051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026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E33BEA-1033-43D5-8E1D-CC711222D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BB5414-84E7-4D4C-8421-9A4866570718}"/>
              </a:ext>
            </a:extLst>
          </p:cNvPr>
          <p:cNvSpPr txBox="1"/>
          <p:nvPr/>
        </p:nvSpPr>
        <p:spPr>
          <a:xfrm>
            <a:off x="259976" y="234768"/>
            <a:ext cx="93860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Which Products Have The Highest Total Sales Volume (By Quantity)?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2EDE9E-7A79-41C9-993A-8662A8FFD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013" y="1539321"/>
            <a:ext cx="6473180" cy="2221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6B0B16-BE8C-49A2-A6DA-1E5850A60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505" y="4493297"/>
            <a:ext cx="3944759" cy="16939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83DD2-9B8A-4740-A072-002A891145B5}"/>
              </a:ext>
            </a:extLst>
          </p:cNvPr>
          <p:cNvSpPr txBox="1"/>
          <p:nvPr/>
        </p:nvSpPr>
        <p:spPr>
          <a:xfrm>
            <a:off x="1169281" y="907633"/>
            <a:ext cx="364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D6A76-BC42-49AA-9B99-EE08F20F3579}"/>
              </a:ext>
            </a:extLst>
          </p:cNvPr>
          <p:cNvSpPr txBox="1"/>
          <p:nvPr/>
        </p:nvSpPr>
        <p:spPr>
          <a:xfrm>
            <a:off x="1047135" y="42817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286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81A015-7D00-4EE6-AE86-ACA15F14A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5CFE41-0C81-445D-AC1E-7A662A631E92}"/>
              </a:ext>
            </a:extLst>
          </p:cNvPr>
          <p:cNvSpPr txBox="1"/>
          <p:nvPr/>
        </p:nvSpPr>
        <p:spPr>
          <a:xfrm>
            <a:off x="4318326" y="191014"/>
            <a:ext cx="4159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Sales</a:t>
            </a:r>
            <a:r>
              <a:rPr lang="en-US" sz="2400" b="1" u="sng" dirty="0">
                <a:solidFill>
                  <a:srgbClr val="FF0000"/>
                </a:solidFill>
              </a:rPr>
              <a:t> and Order Trends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97523-D175-47AF-B633-8DBC8413E4A7}"/>
              </a:ext>
            </a:extLst>
          </p:cNvPr>
          <p:cNvSpPr txBox="1"/>
          <p:nvPr/>
        </p:nvSpPr>
        <p:spPr>
          <a:xfrm>
            <a:off x="285134" y="1101921"/>
            <a:ext cx="59920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How Many Orders Have Been Placed In Total?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C44F2-EE60-4666-90CE-8F4CE8F4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210" y="2071893"/>
            <a:ext cx="4572638" cy="765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890882-4E9F-40D6-96CF-5C9B96A2C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220" y="3174296"/>
            <a:ext cx="1505160" cy="543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F61423-6267-4C24-9C6B-E6E1314B833B}"/>
              </a:ext>
            </a:extLst>
          </p:cNvPr>
          <p:cNvSpPr txBox="1"/>
          <p:nvPr/>
        </p:nvSpPr>
        <p:spPr>
          <a:xfrm>
            <a:off x="506359" y="4061184"/>
            <a:ext cx="50046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What Is The Average Value Per Order?</a:t>
            </a:r>
            <a:endParaRPr lang="en-I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8F7A14-1B34-4BD3-B371-68885E8FBC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433" y="4375063"/>
            <a:ext cx="5992061" cy="12000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393AC3-6F92-4A79-ADAD-CCF0BBDFB7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4220" y="5627012"/>
            <a:ext cx="1228896" cy="5239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806599-0E4C-4CF1-BD4D-4C65AE5F7D29}"/>
              </a:ext>
            </a:extLst>
          </p:cNvPr>
          <p:cNvSpPr txBox="1"/>
          <p:nvPr/>
        </p:nvSpPr>
        <p:spPr>
          <a:xfrm>
            <a:off x="722350" y="1569175"/>
            <a:ext cx="364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5C660-4976-416F-B020-A8E1E95F3827}"/>
              </a:ext>
            </a:extLst>
          </p:cNvPr>
          <p:cNvSpPr txBox="1"/>
          <p:nvPr/>
        </p:nvSpPr>
        <p:spPr>
          <a:xfrm>
            <a:off x="722350" y="29462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C4862F-3319-4B90-86B8-89159EE82A4A}"/>
              </a:ext>
            </a:extLst>
          </p:cNvPr>
          <p:cNvSpPr txBox="1"/>
          <p:nvPr/>
        </p:nvSpPr>
        <p:spPr>
          <a:xfrm>
            <a:off x="670912" y="4674609"/>
            <a:ext cx="364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452F9-B895-4828-A004-1CEACC7B780D}"/>
              </a:ext>
            </a:extLst>
          </p:cNvPr>
          <p:cNvSpPr txBox="1"/>
          <p:nvPr/>
        </p:nvSpPr>
        <p:spPr>
          <a:xfrm>
            <a:off x="670912" y="57317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639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D325D8-E0E5-4C98-801A-179975897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FA7D87-E6D2-4151-8442-4E7136E1FBE3}"/>
              </a:ext>
            </a:extLst>
          </p:cNvPr>
          <p:cNvSpPr txBox="1"/>
          <p:nvPr/>
        </p:nvSpPr>
        <p:spPr>
          <a:xfrm>
            <a:off x="439270" y="35339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On Which Dates Were The Most Orders Placed?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21A49-5FC9-47CA-B977-46EBC824A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498" y="1783976"/>
            <a:ext cx="4172532" cy="14302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7CD95D-CE43-4282-81A0-637F15663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860" y="4538455"/>
            <a:ext cx="3485094" cy="18095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D7517B-5A00-4242-B408-9F05CC0AD3F5}"/>
              </a:ext>
            </a:extLst>
          </p:cNvPr>
          <p:cNvSpPr txBox="1"/>
          <p:nvPr/>
        </p:nvSpPr>
        <p:spPr>
          <a:xfrm>
            <a:off x="787694" y="1306537"/>
            <a:ext cx="364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D24A1-E2BD-4466-A82F-B54CCF3E311F}"/>
              </a:ext>
            </a:extLst>
          </p:cNvPr>
          <p:cNvSpPr txBox="1"/>
          <p:nvPr/>
        </p:nvSpPr>
        <p:spPr>
          <a:xfrm>
            <a:off x="722350" y="36916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009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A1F3AD-8E36-4596-AB72-79AA27B10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F1487C-5A2A-4AE8-9DB6-A3E600C42B28}"/>
              </a:ext>
            </a:extLst>
          </p:cNvPr>
          <p:cNvSpPr txBox="1"/>
          <p:nvPr/>
        </p:nvSpPr>
        <p:spPr>
          <a:xfrm>
            <a:off x="4392706" y="1671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Supplier Contribution 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08F51-09E9-4F8F-A658-27FF4176D4CA}"/>
              </a:ext>
            </a:extLst>
          </p:cNvPr>
          <p:cNvSpPr txBox="1"/>
          <p:nvPr/>
        </p:nvSpPr>
        <p:spPr>
          <a:xfrm>
            <a:off x="149636" y="1041360"/>
            <a:ext cx="61844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How Many Suppliers Are There In The Database? </a:t>
            </a:r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C895AC-C5A9-45E4-916B-CD354C98B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794" y="1830938"/>
            <a:ext cx="4944165" cy="648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7531F2-EC4E-44AF-A0CD-DDFC415E4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767" y="2939145"/>
            <a:ext cx="1667108" cy="51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DE48AF-3850-42AC-813C-E0199DF79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582" y="4809226"/>
            <a:ext cx="5458587" cy="1600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220FFE-DE55-4588-BF34-0BF67C61AA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5279" y="4605529"/>
            <a:ext cx="3210373" cy="13336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485044-CD87-40CD-BB25-3FBA325ADBC3}"/>
              </a:ext>
            </a:extLst>
          </p:cNvPr>
          <p:cNvSpPr txBox="1"/>
          <p:nvPr/>
        </p:nvSpPr>
        <p:spPr>
          <a:xfrm>
            <a:off x="162220" y="380233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Which Supplier Provides The Most Products? </a:t>
            </a:r>
            <a:endParaRPr lang="en-IN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84001A-A42A-4275-B78F-15BE960D1A6F}"/>
              </a:ext>
            </a:extLst>
          </p:cNvPr>
          <p:cNvSpPr txBox="1"/>
          <p:nvPr/>
        </p:nvSpPr>
        <p:spPr>
          <a:xfrm>
            <a:off x="855266" y="1382865"/>
            <a:ext cx="364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4FD64-27F3-49C1-8C60-55DF8E1684E1}"/>
              </a:ext>
            </a:extLst>
          </p:cNvPr>
          <p:cNvSpPr txBox="1"/>
          <p:nvPr/>
        </p:nvSpPr>
        <p:spPr>
          <a:xfrm>
            <a:off x="787694" y="27047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2AE5B8-65A0-4808-82A8-0A77FC42A323}"/>
              </a:ext>
            </a:extLst>
          </p:cNvPr>
          <p:cNvSpPr txBox="1"/>
          <p:nvPr/>
        </p:nvSpPr>
        <p:spPr>
          <a:xfrm>
            <a:off x="787694" y="4237476"/>
            <a:ext cx="3647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A5DC8F-E3AC-47A2-AB38-594C44883BC3}"/>
              </a:ext>
            </a:extLst>
          </p:cNvPr>
          <p:cNvSpPr txBox="1"/>
          <p:nvPr/>
        </p:nvSpPr>
        <p:spPr>
          <a:xfrm>
            <a:off x="7607416" y="42374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021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384F99-9BCF-40F1-85FC-6D4EA3608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B8D485-C3CC-47A5-A8CC-97D647FB3AC9}"/>
              </a:ext>
            </a:extLst>
          </p:cNvPr>
          <p:cNvSpPr txBox="1"/>
          <p:nvPr/>
        </p:nvSpPr>
        <p:spPr>
          <a:xfrm>
            <a:off x="140870" y="292785"/>
            <a:ext cx="78068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What Is The Average Price Of Products From Each Supplier?</a:t>
            </a:r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0EF62-E1C4-45CD-B63F-1806B7554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45" y="1472438"/>
            <a:ext cx="5639587" cy="1638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0F6C4D-8E51-4995-B744-3BB4BA41A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058" y="1472438"/>
            <a:ext cx="2705478" cy="13813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F5322A-A29F-48BC-8A65-DA0BBFBEC537}"/>
              </a:ext>
            </a:extLst>
          </p:cNvPr>
          <p:cNvSpPr txBox="1"/>
          <p:nvPr/>
        </p:nvSpPr>
        <p:spPr>
          <a:xfrm>
            <a:off x="0" y="3537660"/>
            <a:ext cx="929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Which Suppliers Contribute The Most To Total Product Sales (By Revenue)? </a:t>
            </a:r>
            <a:endParaRPr lang="en-I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41E3FF-8318-4418-8326-36875245F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522" y="4574104"/>
            <a:ext cx="5220429" cy="2038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BFBC3E-4924-4DDD-BF23-4D81FA46E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058" y="4713956"/>
            <a:ext cx="2772162" cy="1343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0C2941-C4FC-427B-9530-D581A9AAD38F}"/>
              </a:ext>
            </a:extLst>
          </p:cNvPr>
          <p:cNvSpPr txBox="1"/>
          <p:nvPr/>
        </p:nvSpPr>
        <p:spPr>
          <a:xfrm>
            <a:off x="491613" y="973291"/>
            <a:ext cx="123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21A253-C840-4CA7-9D3D-CFFF6642B20D}"/>
              </a:ext>
            </a:extLst>
          </p:cNvPr>
          <p:cNvSpPr txBox="1"/>
          <p:nvPr/>
        </p:nvSpPr>
        <p:spPr>
          <a:xfrm>
            <a:off x="366108" y="4437008"/>
            <a:ext cx="123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474B9-EAEC-4192-8A11-F52A9E2C1392}"/>
              </a:ext>
            </a:extLst>
          </p:cNvPr>
          <p:cNvSpPr txBox="1"/>
          <p:nvPr/>
        </p:nvSpPr>
        <p:spPr>
          <a:xfrm>
            <a:off x="7719191" y="8869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A1828-B158-4F8B-A29E-89AC7906D4CF}"/>
              </a:ext>
            </a:extLst>
          </p:cNvPr>
          <p:cNvSpPr txBox="1"/>
          <p:nvPr/>
        </p:nvSpPr>
        <p:spPr>
          <a:xfrm>
            <a:off x="7489365" y="45741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845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49370A-2BE4-4178-B05C-88419470A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074FCA-8FEB-4B6B-872B-CAE79C0A83EA}"/>
              </a:ext>
            </a:extLst>
          </p:cNvPr>
          <p:cNvSpPr txBox="1"/>
          <p:nvPr/>
        </p:nvSpPr>
        <p:spPr>
          <a:xfrm>
            <a:off x="4242187" y="1694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Employee</a:t>
            </a:r>
            <a:r>
              <a:rPr lang="en-IN" sz="2800" b="1" u="sng" dirty="0"/>
              <a:t> </a:t>
            </a:r>
            <a:r>
              <a:rPr lang="en-IN" sz="2800" b="1" u="sng" dirty="0">
                <a:solidFill>
                  <a:srgbClr val="FF0000"/>
                </a:solidFill>
              </a:rPr>
              <a:t>Performance</a:t>
            </a:r>
            <a:r>
              <a:rPr lang="en-IN" sz="2800" b="1" u="sng" dirty="0"/>
              <a:t> 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CA009-F7A0-44CB-B11B-63CF6045EA66}"/>
              </a:ext>
            </a:extLst>
          </p:cNvPr>
          <p:cNvSpPr txBox="1"/>
          <p:nvPr/>
        </p:nvSpPr>
        <p:spPr>
          <a:xfrm>
            <a:off x="628125" y="973616"/>
            <a:ext cx="62336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How Many Employees Have Processed Orders?</a:t>
            </a:r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582EA4-1B17-4AFE-8D9C-CC193C2DD5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79" b="29541"/>
          <a:stretch>
            <a:fillRect/>
          </a:stretch>
        </p:blipFill>
        <p:spPr>
          <a:xfrm>
            <a:off x="1491974" y="1869925"/>
            <a:ext cx="4505954" cy="536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A1EC63-16E9-4652-992A-752798590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483" y="1770136"/>
            <a:ext cx="1799764" cy="9427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CE1AAF-DB59-45FB-8040-ECE385315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652" y="4102343"/>
            <a:ext cx="5801535" cy="17088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32A3B9-204A-4CD3-A6FE-EDFE2B44AB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4851" y="4186518"/>
            <a:ext cx="3429479" cy="15669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7A149B-B9F1-4490-B0BD-BEBAF3B2B320}"/>
              </a:ext>
            </a:extLst>
          </p:cNvPr>
          <p:cNvSpPr txBox="1"/>
          <p:nvPr/>
        </p:nvSpPr>
        <p:spPr>
          <a:xfrm>
            <a:off x="628125" y="2712921"/>
            <a:ext cx="7139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Which Employees Have Handled The Most Orders?</a:t>
            </a:r>
            <a:endParaRPr lang="en-I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2A25F4-B762-4B89-A2F0-D3E3EBDF264E}"/>
              </a:ext>
            </a:extLst>
          </p:cNvPr>
          <p:cNvSpPr txBox="1"/>
          <p:nvPr/>
        </p:nvSpPr>
        <p:spPr>
          <a:xfrm>
            <a:off x="628636" y="1404503"/>
            <a:ext cx="123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B5825C-0F29-496F-8D73-965DA2559B52}"/>
              </a:ext>
            </a:extLst>
          </p:cNvPr>
          <p:cNvSpPr txBox="1"/>
          <p:nvPr/>
        </p:nvSpPr>
        <p:spPr>
          <a:xfrm>
            <a:off x="628125" y="3548802"/>
            <a:ext cx="123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DCBC2-2947-4C06-8B6F-82C9E35F0BFD}"/>
              </a:ext>
            </a:extLst>
          </p:cNvPr>
          <p:cNvSpPr txBox="1"/>
          <p:nvPr/>
        </p:nvSpPr>
        <p:spPr>
          <a:xfrm>
            <a:off x="7656438" y="14396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23F1B6-B553-420F-90FE-7206719EE1BF}"/>
              </a:ext>
            </a:extLst>
          </p:cNvPr>
          <p:cNvSpPr txBox="1"/>
          <p:nvPr/>
        </p:nvSpPr>
        <p:spPr>
          <a:xfrm>
            <a:off x="7656438" y="34504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662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BB8A75-0195-4BBF-B3A4-0A19A9582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E93164-F41A-4C17-9907-078621381796}"/>
              </a:ext>
            </a:extLst>
          </p:cNvPr>
          <p:cNvSpPr txBox="1"/>
          <p:nvPr/>
        </p:nvSpPr>
        <p:spPr>
          <a:xfrm>
            <a:off x="233082" y="325448"/>
            <a:ext cx="78530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 What Is The Total Sales Value Processed By Each Employee? 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6A469-170B-48E7-A36B-A2AE0924A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106" y="1659319"/>
            <a:ext cx="5439534" cy="2105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0AA29E-C4F9-4FEF-BBC5-1BEFD3739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678" y="4146021"/>
            <a:ext cx="2838846" cy="2343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BD7E93-335F-47FD-A477-B7A113952B37}"/>
              </a:ext>
            </a:extLst>
          </p:cNvPr>
          <p:cNvSpPr txBox="1"/>
          <p:nvPr/>
        </p:nvSpPr>
        <p:spPr>
          <a:xfrm>
            <a:off x="628636" y="1404503"/>
            <a:ext cx="123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7D597-A655-43CC-81B9-5F60E63B9BE9}"/>
              </a:ext>
            </a:extLst>
          </p:cNvPr>
          <p:cNvSpPr txBox="1"/>
          <p:nvPr/>
        </p:nvSpPr>
        <p:spPr>
          <a:xfrm>
            <a:off x="628636" y="43917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053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4B8B80-19B7-4448-93CB-31240D04C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1C190-7868-4834-A9CA-DEE294C85687}"/>
              </a:ext>
            </a:extLst>
          </p:cNvPr>
          <p:cNvSpPr txBox="1"/>
          <p:nvPr/>
        </p:nvSpPr>
        <p:spPr>
          <a:xfrm>
            <a:off x="4007224" y="1784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/>
              <a:t> </a:t>
            </a:r>
            <a:r>
              <a:rPr lang="en-US" sz="2800" b="1" u="sng" dirty="0">
                <a:solidFill>
                  <a:srgbClr val="FF0000"/>
                </a:solidFill>
              </a:rPr>
              <a:t>Order Details Deep Dive 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3A5E0-CA60-4B57-91A7-1EEC39851322}"/>
              </a:ext>
            </a:extLst>
          </p:cNvPr>
          <p:cNvSpPr txBox="1"/>
          <p:nvPr/>
        </p:nvSpPr>
        <p:spPr>
          <a:xfrm>
            <a:off x="0" y="943896"/>
            <a:ext cx="81607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What Is The Relationship Between Quantity Ordered And Total Price? </a:t>
            </a:r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5BD51-BB81-40C4-B356-75F29812E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436" y="2126180"/>
            <a:ext cx="5372850" cy="1047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DB9A03-B224-4F97-98BF-B75E13BD7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792" y="2069522"/>
            <a:ext cx="2086266" cy="12670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291B7C-EF19-46DF-8DA8-19246EA324DC}"/>
              </a:ext>
            </a:extLst>
          </p:cNvPr>
          <p:cNvSpPr txBox="1"/>
          <p:nvPr/>
        </p:nvSpPr>
        <p:spPr>
          <a:xfrm>
            <a:off x="0" y="3454834"/>
            <a:ext cx="70890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What Is The Average Quantity Ordered Per Product? </a:t>
            </a:r>
            <a:endParaRPr lang="en-I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049526-6D51-44BE-96DD-84BFF0B28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858" y="4418265"/>
            <a:ext cx="4992708" cy="1533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DF8952-73E6-47EB-83C1-2EA6109DF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0792" y="4336659"/>
            <a:ext cx="2655438" cy="1789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C661E7-ABFF-4722-B784-02BDC7FEB1E9}"/>
              </a:ext>
            </a:extLst>
          </p:cNvPr>
          <p:cNvSpPr txBox="1"/>
          <p:nvPr/>
        </p:nvSpPr>
        <p:spPr>
          <a:xfrm>
            <a:off x="497569" y="1809429"/>
            <a:ext cx="123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9282BB-0213-4B02-9030-2DDD2D0C6FAA}"/>
              </a:ext>
            </a:extLst>
          </p:cNvPr>
          <p:cNvSpPr txBox="1"/>
          <p:nvPr/>
        </p:nvSpPr>
        <p:spPr>
          <a:xfrm>
            <a:off x="394213" y="3967327"/>
            <a:ext cx="123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B728DF-7C55-4C00-B379-53F4FA3DC385}"/>
              </a:ext>
            </a:extLst>
          </p:cNvPr>
          <p:cNvSpPr txBox="1"/>
          <p:nvPr/>
        </p:nvSpPr>
        <p:spPr>
          <a:xfrm>
            <a:off x="6975648" y="17001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5A3CFC-CFAE-4517-A03E-4DD0456AE54E}"/>
              </a:ext>
            </a:extLst>
          </p:cNvPr>
          <p:cNvSpPr txBox="1"/>
          <p:nvPr/>
        </p:nvSpPr>
        <p:spPr>
          <a:xfrm>
            <a:off x="7089058" y="38948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101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88F471-7F94-42EE-86F1-9F9F613EB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2FEA12-E3E9-4EC7-8D9F-64D37E86479F}"/>
              </a:ext>
            </a:extLst>
          </p:cNvPr>
          <p:cNvSpPr txBox="1"/>
          <p:nvPr/>
        </p:nvSpPr>
        <p:spPr>
          <a:xfrm>
            <a:off x="98322" y="348908"/>
            <a:ext cx="10632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/>
              <a:t>Find Orders Where Total Purchase Value Is Above The Overall Average Order Value.</a:t>
            </a:r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14EA3-5476-4F49-87B5-4F781BADB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518" y="1383880"/>
            <a:ext cx="4086147" cy="16394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4474DA-79DC-41E3-8AA8-CC32FA2E0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015" y="3760248"/>
            <a:ext cx="1799151" cy="2479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85F305-FF6C-47A2-8C29-06B012E1615D}"/>
              </a:ext>
            </a:extLst>
          </p:cNvPr>
          <p:cNvSpPr txBox="1"/>
          <p:nvPr/>
        </p:nvSpPr>
        <p:spPr>
          <a:xfrm>
            <a:off x="739616" y="881783"/>
            <a:ext cx="123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query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C2BC22-19D5-4083-B5A2-2A5A30A7CD48}"/>
              </a:ext>
            </a:extLst>
          </p:cNvPr>
          <p:cNvSpPr txBox="1"/>
          <p:nvPr/>
        </p:nvSpPr>
        <p:spPr>
          <a:xfrm>
            <a:off x="904540" y="33909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480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A46AD0-D3D8-46D2-AE36-427A31F7E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3161B6-0FF2-4325-97AE-97C54B4E6566}"/>
              </a:ext>
            </a:extLst>
          </p:cNvPr>
          <p:cNvSpPr txBox="1"/>
          <p:nvPr/>
        </p:nvSpPr>
        <p:spPr>
          <a:xfrm>
            <a:off x="4177552" y="21426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>
                <a:solidFill>
                  <a:srgbClr val="FF0000"/>
                </a:solidFill>
              </a:rPr>
              <a:t>Challenges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A42D6-AAB3-4EA0-A173-CAC3C7AF8D0D}"/>
              </a:ext>
            </a:extLst>
          </p:cNvPr>
          <p:cNvSpPr txBox="1"/>
          <p:nvPr/>
        </p:nvSpPr>
        <p:spPr>
          <a:xfrm>
            <a:off x="475129" y="1125071"/>
            <a:ext cx="860611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Handling large volumes of sales and transaction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Maintaining data accuracy and consistency across tables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Managing real-time inventory updates after each sale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Designing efficient joins between multiple related tables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Optimizing SQL queries for better performance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Handling missing, duplicate, or inconsistent data entries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36677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A46AD0-D3D8-46D2-AE36-427A31F7E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C48EA0-53E6-4CCB-8392-8A09E1FDA751}"/>
              </a:ext>
            </a:extLst>
          </p:cNvPr>
          <p:cNvSpPr txBox="1"/>
          <p:nvPr/>
        </p:nvSpPr>
        <p:spPr>
          <a:xfrm>
            <a:off x="4782472" y="210057"/>
            <a:ext cx="3293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7EBD6-40CC-4E21-8769-73F2AF4F4B9E}"/>
              </a:ext>
            </a:extLst>
          </p:cNvPr>
          <p:cNvSpPr txBox="1"/>
          <p:nvPr/>
        </p:nvSpPr>
        <p:spPr>
          <a:xfrm>
            <a:off x="959224" y="1169459"/>
            <a:ext cx="98073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Implement automated low-stock alerts for inventory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Use sales trend reports for better demand forecasting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Focus on promoting high-margin and fast-moving products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Maintain accurate and normalized database 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Optimize SQL queries using indexes for better performance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Regularly clean and validate data to ensure accuracy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89114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A46AD0-D3D8-46D2-AE36-427A31F7E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187" y="6489498"/>
            <a:ext cx="1853813" cy="368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735848-364C-4AEF-A047-A3B10883E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57600" y="990600"/>
            <a:ext cx="6499412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02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459</Words>
  <Application>Microsoft Office PowerPoint</Application>
  <PresentationFormat>Widescreen</PresentationFormat>
  <Paragraphs>133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bakki bachi</dc:creator>
  <cp:lastModifiedBy>bakki bachi</cp:lastModifiedBy>
  <cp:revision>13</cp:revision>
  <dcterms:created xsi:type="dcterms:W3CDTF">2026-02-12T18:08:07Z</dcterms:created>
  <dcterms:modified xsi:type="dcterms:W3CDTF">2026-02-12T20:48:30Z</dcterms:modified>
</cp:coreProperties>
</file>